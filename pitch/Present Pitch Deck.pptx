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71" r:id="rId3"/>
    <p:sldId id="264" r:id="rId4"/>
    <p:sldId id="272" r:id="rId5"/>
    <p:sldId id="269" r:id="rId6"/>
    <p:sldId id="267" r:id="rId7"/>
    <p:sldId id="270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-432" y="-1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14E6-F515-4C1E-97C5-419E00487E9D}" type="datetimeFigureOut">
              <a:rPr lang="en-US" smtClean="0"/>
              <a:t>4/16/18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2459-2446-4246-91BE-97D709B7B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92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14E6-F515-4C1E-97C5-419E00487E9D}" type="datetimeFigureOut">
              <a:rPr lang="en-US" smtClean="0"/>
              <a:t>4/16/18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2459-2446-4246-91BE-97D709B7B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852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14E6-F515-4C1E-97C5-419E00487E9D}" type="datetimeFigureOut">
              <a:rPr lang="en-US" smtClean="0"/>
              <a:t>4/16/18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2459-2446-4246-91BE-97D709B7B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83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14E6-F515-4C1E-97C5-419E00487E9D}" type="datetimeFigureOut">
              <a:rPr lang="en-US" smtClean="0"/>
              <a:t>4/16/18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2459-2446-4246-91BE-97D709B7B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3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14E6-F515-4C1E-97C5-419E00487E9D}" type="datetimeFigureOut">
              <a:rPr lang="en-US" smtClean="0"/>
              <a:t>4/16/18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2459-2446-4246-91BE-97D709B7B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039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14E6-F515-4C1E-97C5-419E00487E9D}" type="datetimeFigureOut">
              <a:rPr lang="en-US" smtClean="0"/>
              <a:t>4/16/18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2459-2446-4246-91BE-97D709B7B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338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14E6-F515-4C1E-97C5-419E00487E9D}" type="datetimeFigureOut">
              <a:rPr lang="en-US" smtClean="0"/>
              <a:t>4/16/18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2459-2446-4246-91BE-97D709B7B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9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14E6-F515-4C1E-97C5-419E00487E9D}" type="datetimeFigureOut">
              <a:rPr lang="en-US" smtClean="0"/>
              <a:t>4/16/18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2459-2446-4246-91BE-97D709B7B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534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14E6-F515-4C1E-97C5-419E00487E9D}" type="datetimeFigureOut">
              <a:rPr lang="en-US" smtClean="0"/>
              <a:t>4/16/18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2459-2446-4246-91BE-97D709B7B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141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14E6-F515-4C1E-97C5-419E00487E9D}" type="datetimeFigureOut">
              <a:rPr lang="en-US" smtClean="0"/>
              <a:t>4/16/18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2459-2446-4246-91BE-97D709B7B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12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14E6-F515-4C1E-97C5-419E00487E9D}" type="datetimeFigureOut">
              <a:rPr lang="en-US" smtClean="0"/>
              <a:t>4/16/18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2459-2446-4246-91BE-97D709B7B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461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F14E6-F515-4C1E-97C5-419E00487E9D}" type="datetimeFigureOut">
              <a:rPr lang="en-US" smtClean="0"/>
              <a:t>4/16/18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42459-2446-4246-91BE-97D709B7B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56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C3C316-2847-42C1-8F7D-083899D6D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578411"/>
            <a:ext cx="7886700" cy="994172"/>
          </a:xfrm>
        </p:spPr>
        <p:txBody>
          <a:bodyPr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+mn-lt"/>
              </a:rPr>
              <a:t>Present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1FE9D070-27B4-4E13-8DC7-E96368A86532}"/>
              </a:ext>
            </a:extLst>
          </p:cNvPr>
          <p:cNvSpPr txBox="1">
            <a:spLocks/>
          </p:cNvSpPr>
          <p:nvPr/>
        </p:nvSpPr>
        <p:spPr>
          <a:xfrm>
            <a:off x="2224530" y="376236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solidFill>
                  <a:schemeClr val="bg1"/>
                </a:solidFill>
                <a:latin typeface="+mn-lt"/>
              </a:rPr>
              <a:t>Welcome to the modern classroom.</a:t>
            </a:r>
          </a:p>
        </p:txBody>
      </p:sp>
    </p:spTree>
    <p:extLst>
      <p:ext uri="{BB962C8B-B14F-4D97-AF65-F5344CB8AC3E}">
        <p14:creationId xmlns:p14="http://schemas.microsoft.com/office/powerpoint/2010/main" val="2778240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15831A-B9A4-4341-9A72-2EFAA0DC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Classroom</a:t>
            </a:r>
          </a:p>
        </p:txBody>
      </p:sp>
      <p:sp>
        <p:nvSpPr>
          <p:cNvPr id="4" name="Freeform 38">
            <a:extLst>
              <a:ext uri="{FF2B5EF4-FFF2-40B4-BE49-F238E27FC236}">
                <a16:creationId xmlns:a16="http://schemas.microsoft.com/office/drawing/2014/main" xmlns="" id="{946D3900-0517-49EC-9D69-EAF544C3812B}"/>
              </a:ext>
            </a:extLst>
          </p:cNvPr>
          <p:cNvSpPr>
            <a:spLocks noEditPoints="1"/>
          </p:cNvSpPr>
          <p:nvPr/>
        </p:nvSpPr>
        <p:spPr bwMode="auto">
          <a:xfrm>
            <a:off x="8522125" y="1690690"/>
            <a:ext cx="1161915" cy="949177"/>
          </a:xfrm>
          <a:custGeom>
            <a:avLst/>
            <a:gdLst>
              <a:gd name="T0" fmla="*/ 99 w 476"/>
              <a:gd name="T1" fmla="*/ 0 h 374"/>
              <a:gd name="T2" fmla="*/ 460 w 476"/>
              <a:gd name="T3" fmla="*/ 0 h 374"/>
              <a:gd name="T4" fmla="*/ 460 w 476"/>
              <a:gd name="T5" fmla="*/ 49 h 374"/>
              <a:gd name="T6" fmla="*/ 99 w 476"/>
              <a:gd name="T7" fmla="*/ 49 h 374"/>
              <a:gd name="T8" fmla="*/ 99 w 476"/>
              <a:gd name="T9" fmla="*/ 0 h 374"/>
              <a:gd name="T10" fmla="*/ 447 w 476"/>
              <a:gd name="T11" fmla="*/ 306 h 374"/>
              <a:gd name="T12" fmla="*/ 358 w 476"/>
              <a:gd name="T13" fmla="*/ 306 h 374"/>
              <a:gd name="T14" fmla="*/ 358 w 476"/>
              <a:gd name="T15" fmla="*/ 306 h 374"/>
              <a:gd name="T16" fmla="*/ 372 w 476"/>
              <a:gd name="T17" fmla="*/ 286 h 374"/>
              <a:gd name="T18" fmla="*/ 427 w 476"/>
              <a:gd name="T19" fmla="*/ 286 h 374"/>
              <a:gd name="T20" fmla="*/ 427 w 476"/>
              <a:gd name="T21" fmla="*/ 59 h 374"/>
              <a:gd name="T22" fmla="*/ 447 w 476"/>
              <a:gd name="T23" fmla="*/ 59 h 374"/>
              <a:gd name="T24" fmla="*/ 447 w 476"/>
              <a:gd name="T25" fmla="*/ 306 h 374"/>
              <a:gd name="T26" fmla="*/ 113 w 476"/>
              <a:gd name="T27" fmla="*/ 107 h 374"/>
              <a:gd name="T28" fmla="*/ 113 w 476"/>
              <a:gd name="T29" fmla="*/ 59 h 374"/>
              <a:gd name="T30" fmla="*/ 132 w 476"/>
              <a:gd name="T31" fmla="*/ 59 h 374"/>
              <a:gd name="T32" fmla="*/ 132 w 476"/>
              <a:gd name="T33" fmla="*/ 107 h 374"/>
              <a:gd name="T34" fmla="*/ 124 w 476"/>
              <a:gd name="T35" fmla="*/ 106 h 374"/>
              <a:gd name="T36" fmla="*/ 113 w 476"/>
              <a:gd name="T37" fmla="*/ 107 h 374"/>
              <a:gd name="T38" fmla="*/ 206 w 476"/>
              <a:gd name="T39" fmla="*/ 131 h 374"/>
              <a:gd name="T40" fmla="*/ 338 w 476"/>
              <a:gd name="T41" fmla="*/ 131 h 374"/>
              <a:gd name="T42" fmla="*/ 338 w 476"/>
              <a:gd name="T43" fmla="*/ 150 h 374"/>
              <a:gd name="T44" fmla="*/ 206 w 476"/>
              <a:gd name="T45" fmla="*/ 150 h 374"/>
              <a:gd name="T46" fmla="*/ 206 w 476"/>
              <a:gd name="T47" fmla="*/ 131 h 374"/>
              <a:gd name="T48" fmla="*/ 206 w 476"/>
              <a:gd name="T49" fmla="*/ 90 h 374"/>
              <a:gd name="T50" fmla="*/ 338 w 476"/>
              <a:gd name="T51" fmla="*/ 90 h 374"/>
              <a:gd name="T52" fmla="*/ 338 w 476"/>
              <a:gd name="T53" fmla="*/ 108 h 374"/>
              <a:gd name="T54" fmla="*/ 206 w 476"/>
              <a:gd name="T55" fmla="*/ 108 h 374"/>
              <a:gd name="T56" fmla="*/ 206 w 476"/>
              <a:gd name="T57" fmla="*/ 90 h 374"/>
              <a:gd name="T58" fmla="*/ 203 w 476"/>
              <a:gd name="T59" fmla="*/ 344 h 374"/>
              <a:gd name="T60" fmla="*/ 203 w 476"/>
              <a:gd name="T61" fmla="*/ 374 h 374"/>
              <a:gd name="T62" fmla="*/ 0 w 476"/>
              <a:gd name="T63" fmla="*/ 374 h 374"/>
              <a:gd name="T64" fmla="*/ 86 w 476"/>
              <a:gd name="T65" fmla="*/ 266 h 374"/>
              <a:gd name="T66" fmla="*/ 107 w 476"/>
              <a:gd name="T67" fmla="*/ 282 h 374"/>
              <a:gd name="T68" fmla="*/ 140 w 476"/>
              <a:gd name="T69" fmla="*/ 282 h 374"/>
              <a:gd name="T70" fmla="*/ 161 w 476"/>
              <a:gd name="T71" fmla="*/ 266 h 374"/>
              <a:gd name="T72" fmla="*/ 181 w 476"/>
              <a:gd name="T73" fmla="*/ 271 h 374"/>
              <a:gd name="T74" fmla="*/ 255 w 476"/>
              <a:gd name="T75" fmla="*/ 287 h 374"/>
              <a:gd name="T76" fmla="*/ 271 w 476"/>
              <a:gd name="T77" fmla="*/ 285 h 374"/>
              <a:gd name="T78" fmla="*/ 320 w 476"/>
              <a:gd name="T79" fmla="*/ 251 h 374"/>
              <a:gd name="T80" fmla="*/ 332 w 476"/>
              <a:gd name="T81" fmla="*/ 246 h 374"/>
              <a:gd name="T82" fmla="*/ 376 w 476"/>
              <a:gd name="T83" fmla="*/ 75 h 374"/>
              <a:gd name="T84" fmla="*/ 384 w 476"/>
              <a:gd name="T85" fmla="*/ 77 h 374"/>
              <a:gd name="T86" fmla="*/ 352 w 476"/>
              <a:gd name="T87" fmla="*/ 251 h 374"/>
              <a:gd name="T88" fmla="*/ 359 w 476"/>
              <a:gd name="T89" fmla="*/ 258 h 374"/>
              <a:gd name="T90" fmla="*/ 352 w 476"/>
              <a:gd name="T91" fmla="*/ 297 h 374"/>
              <a:gd name="T92" fmla="*/ 287 w 476"/>
              <a:gd name="T93" fmla="*/ 343 h 374"/>
              <a:gd name="T94" fmla="*/ 263 w 476"/>
              <a:gd name="T95" fmla="*/ 347 h 374"/>
              <a:gd name="T96" fmla="*/ 212 w 476"/>
              <a:gd name="T97" fmla="*/ 338 h 374"/>
              <a:gd name="T98" fmla="*/ 203 w 476"/>
              <a:gd name="T99" fmla="*/ 344 h 374"/>
              <a:gd name="T100" fmla="*/ 124 w 476"/>
              <a:gd name="T101" fmla="*/ 270 h 374"/>
              <a:gd name="T102" fmla="*/ 160 w 476"/>
              <a:gd name="T103" fmla="*/ 251 h 374"/>
              <a:gd name="T104" fmla="*/ 160 w 476"/>
              <a:gd name="T105" fmla="*/ 251 h 374"/>
              <a:gd name="T106" fmla="*/ 195 w 476"/>
              <a:gd name="T107" fmla="*/ 239 h 374"/>
              <a:gd name="T108" fmla="*/ 196 w 476"/>
              <a:gd name="T109" fmla="*/ 231 h 374"/>
              <a:gd name="T110" fmla="*/ 180 w 476"/>
              <a:gd name="T111" fmla="*/ 152 h 374"/>
              <a:gd name="T112" fmla="*/ 124 w 476"/>
              <a:gd name="T113" fmla="*/ 116 h 374"/>
              <a:gd name="T114" fmla="*/ 67 w 476"/>
              <a:gd name="T115" fmla="*/ 152 h 374"/>
              <a:gd name="T116" fmla="*/ 51 w 476"/>
              <a:gd name="T117" fmla="*/ 231 h 374"/>
              <a:gd name="T118" fmla="*/ 53 w 476"/>
              <a:gd name="T119" fmla="*/ 239 h 374"/>
              <a:gd name="T120" fmla="*/ 87 w 476"/>
              <a:gd name="T121" fmla="*/ 251 h 374"/>
              <a:gd name="T122" fmla="*/ 87 w 476"/>
              <a:gd name="T123" fmla="*/ 251 h 374"/>
              <a:gd name="T124" fmla="*/ 124 w 476"/>
              <a:gd name="T125" fmla="*/ 270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76" h="374">
                <a:moveTo>
                  <a:pt x="99" y="0"/>
                </a:moveTo>
                <a:cubicBezTo>
                  <a:pt x="206" y="0"/>
                  <a:pt x="353" y="0"/>
                  <a:pt x="460" y="0"/>
                </a:cubicBezTo>
                <a:cubicBezTo>
                  <a:pt x="476" y="9"/>
                  <a:pt x="475" y="41"/>
                  <a:pt x="460" y="49"/>
                </a:cubicBezTo>
                <a:cubicBezTo>
                  <a:pt x="353" y="49"/>
                  <a:pt x="206" y="49"/>
                  <a:pt x="99" y="49"/>
                </a:cubicBezTo>
                <a:cubicBezTo>
                  <a:pt x="85" y="41"/>
                  <a:pt x="84" y="9"/>
                  <a:pt x="99" y="0"/>
                </a:cubicBezTo>
                <a:close/>
                <a:moveTo>
                  <a:pt x="447" y="306"/>
                </a:moveTo>
                <a:cubicBezTo>
                  <a:pt x="358" y="306"/>
                  <a:pt x="358" y="306"/>
                  <a:pt x="358" y="306"/>
                </a:cubicBezTo>
                <a:cubicBezTo>
                  <a:pt x="358" y="306"/>
                  <a:pt x="358" y="306"/>
                  <a:pt x="358" y="306"/>
                </a:cubicBezTo>
                <a:cubicBezTo>
                  <a:pt x="365" y="301"/>
                  <a:pt x="370" y="294"/>
                  <a:pt x="372" y="286"/>
                </a:cubicBezTo>
                <a:cubicBezTo>
                  <a:pt x="427" y="286"/>
                  <a:pt x="427" y="286"/>
                  <a:pt x="427" y="286"/>
                </a:cubicBezTo>
                <a:cubicBezTo>
                  <a:pt x="427" y="210"/>
                  <a:pt x="427" y="134"/>
                  <a:pt x="427" y="59"/>
                </a:cubicBezTo>
                <a:cubicBezTo>
                  <a:pt x="447" y="59"/>
                  <a:pt x="447" y="59"/>
                  <a:pt x="447" y="59"/>
                </a:cubicBezTo>
                <a:cubicBezTo>
                  <a:pt x="447" y="141"/>
                  <a:pt x="447" y="223"/>
                  <a:pt x="447" y="306"/>
                </a:cubicBezTo>
                <a:close/>
                <a:moveTo>
                  <a:pt x="113" y="107"/>
                </a:moveTo>
                <a:cubicBezTo>
                  <a:pt x="113" y="59"/>
                  <a:pt x="113" y="59"/>
                  <a:pt x="113" y="59"/>
                </a:cubicBezTo>
                <a:cubicBezTo>
                  <a:pt x="132" y="59"/>
                  <a:pt x="132" y="59"/>
                  <a:pt x="132" y="59"/>
                </a:cubicBezTo>
                <a:cubicBezTo>
                  <a:pt x="132" y="107"/>
                  <a:pt x="132" y="107"/>
                  <a:pt x="132" y="107"/>
                </a:cubicBezTo>
                <a:cubicBezTo>
                  <a:pt x="129" y="106"/>
                  <a:pt x="127" y="106"/>
                  <a:pt x="124" y="106"/>
                </a:cubicBezTo>
                <a:cubicBezTo>
                  <a:pt x="120" y="106"/>
                  <a:pt x="116" y="106"/>
                  <a:pt x="113" y="107"/>
                </a:cubicBezTo>
                <a:close/>
                <a:moveTo>
                  <a:pt x="206" y="131"/>
                </a:moveTo>
                <a:cubicBezTo>
                  <a:pt x="338" y="131"/>
                  <a:pt x="338" y="131"/>
                  <a:pt x="338" y="131"/>
                </a:cubicBezTo>
                <a:cubicBezTo>
                  <a:pt x="338" y="150"/>
                  <a:pt x="338" y="150"/>
                  <a:pt x="338" y="150"/>
                </a:cubicBezTo>
                <a:cubicBezTo>
                  <a:pt x="206" y="150"/>
                  <a:pt x="206" y="150"/>
                  <a:pt x="206" y="150"/>
                </a:cubicBezTo>
                <a:cubicBezTo>
                  <a:pt x="206" y="131"/>
                  <a:pt x="206" y="131"/>
                  <a:pt x="206" y="131"/>
                </a:cubicBezTo>
                <a:close/>
                <a:moveTo>
                  <a:pt x="206" y="90"/>
                </a:moveTo>
                <a:cubicBezTo>
                  <a:pt x="338" y="90"/>
                  <a:pt x="338" y="90"/>
                  <a:pt x="338" y="90"/>
                </a:cubicBezTo>
                <a:cubicBezTo>
                  <a:pt x="338" y="108"/>
                  <a:pt x="338" y="108"/>
                  <a:pt x="338" y="108"/>
                </a:cubicBezTo>
                <a:cubicBezTo>
                  <a:pt x="206" y="108"/>
                  <a:pt x="206" y="108"/>
                  <a:pt x="206" y="108"/>
                </a:cubicBezTo>
                <a:cubicBezTo>
                  <a:pt x="206" y="90"/>
                  <a:pt x="206" y="90"/>
                  <a:pt x="206" y="90"/>
                </a:cubicBezTo>
                <a:close/>
                <a:moveTo>
                  <a:pt x="203" y="344"/>
                </a:moveTo>
                <a:cubicBezTo>
                  <a:pt x="203" y="374"/>
                  <a:pt x="203" y="374"/>
                  <a:pt x="203" y="374"/>
                </a:cubicBezTo>
                <a:cubicBezTo>
                  <a:pt x="0" y="374"/>
                  <a:pt x="0" y="374"/>
                  <a:pt x="0" y="374"/>
                </a:cubicBezTo>
                <a:cubicBezTo>
                  <a:pt x="3" y="314"/>
                  <a:pt x="30" y="287"/>
                  <a:pt x="86" y="266"/>
                </a:cubicBezTo>
                <a:cubicBezTo>
                  <a:pt x="92" y="273"/>
                  <a:pt x="99" y="279"/>
                  <a:pt x="107" y="282"/>
                </a:cubicBezTo>
                <a:cubicBezTo>
                  <a:pt x="116" y="285"/>
                  <a:pt x="132" y="285"/>
                  <a:pt x="140" y="282"/>
                </a:cubicBezTo>
                <a:cubicBezTo>
                  <a:pt x="148" y="279"/>
                  <a:pt x="155" y="273"/>
                  <a:pt x="161" y="266"/>
                </a:cubicBezTo>
                <a:cubicBezTo>
                  <a:pt x="181" y="271"/>
                  <a:pt x="181" y="271"/>
                  <a:pt x="181" y="271"/>
                </a:cubicBezTo>
                <a:cubicBezTo>
                  <a:pt x="255" y="287"/>
                  <a:pt x="255" y="287"/>
                  <a:pt x="255" y="287"/>
                </a:cubicBezTo>
                <a:cubicBezTo>
                  <a:pt x="263" y="289"/>
                  <a:pt x="268" y="288"/>
                  <a:pt x="271" y="285"/>
                </a:cubicBezTo>
                <a:cubicBezTo>
                  <a:pt x="320" y="251"/>
                  <a:pt x="320" y="251"/>
                  <a:pt x="320" y="251"/>
                </a:cubicBezTo>
                <a:cubicBezTo>
                  <a:pt x="324" y="248"/>
                  <a:pt x="328" y="247"/>
                  <a:pt x="332" y="246"/>
                </a:cubicBezTo>
                <a:cubicBezTo>
                  <a:pt x="376" y="75"/>
                  <a:pt x="376" y="75"/>
                  <a:pt x="376" y="75"/>
                </a:cubicBezTo>
                <a:cubicBezTo>
                  <a:pt x="379" y="61"/>
                  <a:pt x="387" y="63"/>
                  <a:pt x="384" y="77"/>
                </a:cubicBezTo>
                <a:cubicBezTo>
                  <a:pt x="352" y="251"/>
                  <a:pt x="352" y="251"/>
                  <a:pt x="352" y="251"/>
                </a:cubicBezTo>
                <a:cubicBezTo>
                  <a:pt x="355" y="253"/>
                  <a:pt x="357" y="255"/>
                  <a:pt x="359" y="258"/>
                </a:cubicBezTo>
                <a:cubicBezTo>
                  <a:pt x="368" y="271"/>
                  <a:pt x="365" y="288"/>
                  <a:pt x="352" y="297"/>
                </a:cubicBezTo>
                <a:cubicBezTo>
                  <a:pt x="287" y="343"/>
                  <a:pt x="287" y="343"/>
                  <a:pt x="287" y="343"/>
                </a:cubicBezTo>
                <a:cubicBezTo>
                  <a:pt x="280" y="348"/>
                  <a:pt x="272" y="349"/>
                  <a:pt x="263" y="347"/>
                </a:cubicBezTo>
                <a:cubicBezTo>
                  <a:pt x="212" y="338"/>
                  <a:pt x="212" y="338"/>
                  <a:pt x="212" y="338"/>
                </a:cubicBezTo>
                <a:cubicBezTo>
                  <a:pt x="206" y="336"/>
                  <a:pt x="203" y="339"/>
                  <a:pt x="203" y="344"/>
                </a:cubicBezTo>
                <a:close/>
                <a:moveTo>
                  <a:pt x="124" y="270"/>
                </a:moveTo>
                <a:cubicBezTo>
                  <a:pt x="137" y="270"/>
                  <a:pt x="150" y="262"/>
                  <a:pt x="160" y="251"/>
                </a:cubicBezTo>
                <a:cubicBezTo>
                  <a:pt x="160" y="251"/>
                  <a:pt x="160" y="251"/>
                  <a:pt x="160" y="251"/>
                </a:cubicBezTo>
                <a:cubicBezTo>
                  <a:pt x="169" y="249"/>
                  <a:pt x="188" y="246"/>
                  <a:pt x="195" y="239"/>
                </a:cubicBezTo>
                <a:cubicBezTo>
                  <a:pt x="198" y="236"/>
                  <a:pt x="200" y="232"/>
                  <a:pt x="196" y="231"/>
                </a:cubicBezTo>
                <a:cubicBezTo>
                  <a:pt x="178" y="226"/>
                  <a:pt x="190" y="179"/>
                  <a:pt x="180" y="152"/>
                </a:cubicBezTo>
                <a:cubicBezTo>
                  <a:pt x="171" y="128"/>
                  <a:pt x="145" y="116"/>
                  <a:pt x="124" y="116"/>
                </a:cubicBezTo>
                <a:cubicBezTo>
                  <a:pt x="102" y="116"/>
                  <a:pt x="77" y="128"/>
                  <a:pt x="67" y="152"/>
                </a:cubicBezTo>
                <a:cubicBezTo>
                  <a:pt x="57" y="179"/>
                  <a:pt x="69" y="226"/>
                  <a:pt x="51" y="231"/>
                </a:cubicBezTo>
                <a:cubicBezTo>
                  <a:pt x="47" y="232"/>
                  <a:pt x="49" y="236"/>
                  <a:pt x="53" y="239"/>
                </a:cubicBezTo>
                <a:cubicBezTo>
                  <a:pt x="60" y="246"/>
                  <a:pt x="78" y="249"/>
                  <a:pt x="87" y="251"/>
                </a:cubicBezTo>
                <a:cubicBezTo>
                  <a:pt x="87" y="251"/>
                  <a:pt x="87" y="251"/>
                  <a:pt x="87" y="251"/>
                </a:cubicBezTo>
                <a:cubicBezTo>
                  <a:pt x="97" y="262"/>
                  <a:pt x="110" y="270"/>
                  <a:pt x="124" y="27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251D31C-0570-4EE1-A075-47D19576621D}"/>
              </a:ext>
            </a:extLst>
          </p:cNvPr>
          <p:cNvSpPr txBox="1"/>
          <p:nvPr/>
        </p:nvSpPr>
        <p:spPr>
          <a:xfrm>
            <a:off x="845401" y="3063801"/>
            <a:ext cx="47905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Over 90% </a:t>
            </a:r>
            <a:r>
              <a:rPr lang="en-US" dirty="0"/>
              <a:t>of teenagers </a:t>
            </a:r>
            <a:r>
              <a:rPr lang="en-US" b="1" dirty="0">
                <a:solidFill>
                  <a:srgbClr val="002060"/>
                </a:solidFill>
              </a:rPr>
              <a:t>own smartphones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75%</a:t>
            </a:r>
            <a:r>
              <a:rPr lang="en-US" dirty="0"/>
              <a:t> feel the need to </a:t>
            </a:r>
            <a:r>
              <a:rPr lang="en-US" b="1" dirty="0">
                <a:solidFill>
                  <a:srgbClr val="002060"/>
                </a:solidFill>
              </a:rPr>
              <a:t>immediately respond</a:t>
            </a:r>
            <a:r>
              <a:rPr lang="en-US" dirty="0"/>
              <a:t> to texts, messages, and notifications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Student engagement is </a:t>
            </a:r>
            <a:r>
              <a:rPr lang="en-US" b="1" dirty="0">
                <a:solidFill>
                  <a:srgbClr val="002060"/>
                </a:solidFill>
              </a:rPr>
              <a:t>negatively correlated</a:t>
            </a:r>
            <a:r>
              <a:rPr lang="en-US" dirty="0"/>
              <a:t> with smartphone ownership</a:t>
            </a:r>
            <a:endParaRPr lang="en-US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Off-task phone users </a:t>
            </a:r>
            <a:r>
              <a:rPr lang="en-US" dirty="0"/>
              <a:t>perform up to </a:t>
            </a:r>
            <a:r>
              <a:rPr lang="en-US" b="1" dirty="0">
                <a:solidFill>
                  <a:srgbClr val="002060"/>
                </a:solidFill>
              </a:rPr>
              <a:t>70% worse</a:t>
            </a:r>
            <a:r>
              <a:rPr lang="en-US" dirty="0"/>
              <a:t> on classroom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400EA4B-1281-4DFD-BFA6-0E6B66F4A84D}"/>
              </a:ext>
            </a:extLst>
          </p:cNvPr>
          <p:cNvSpPr txBox="1"/>
          <p:nvPr/>
        </p:nvSpPr>
        <p:spPr>
          <a:xfrm>
            <a:off x="6655392" y="3063801"/>
            <a:ext cx="510925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Teachers are </a:t>
            </a:r>
            <a:r>
              <a:rPr lang="en-US" b="1" dirty="0">
                <a:solidFill>
                  <a:srgbClr val="002060"/>
                </a:solidFill>
              </a:rPr>
              <a:t>frustrated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exhausted</a:t>
            </a:r>
            <a:r>
              <a:rPr lang="en-US" dirty="0"/>
              <a:t> competing with smartphones for student attention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Phone policies from bans to “responsible use” are </a:t>
            </a:r>
            <a:r>
              <a:rPr lang="en-US" b="1" dirty="0">
                <a:solidFill>
                  <a:srgbClr val="002060"/>
                </a:solidFill>
              </a:rPr>
              <a:t>challenging to enforce</a:t>
            </a:r>
            <a:r>
              <a:rPr lang="en-US" dirty="0"/>
              <a:t>, </a:t>
            </a:r>
            <a:r>
              <a:rPr lang="en-US" b="1" dirty="0">
                <a:solidFill>
                  <a:srgbClr val="002060"/>
                </a:solidFill>
              </a:rPr>
              <a:t>impractical</a:t>
            </a:r>
            <a:r>
              <a:rPr lang="en-US" dirty="0"/>
              <a:t>, and </a:t>
            </a:r>
            <a:r>
              <a:rPr lang="en-US" b="1" dirty="0">
                <a:solidFill>
                  <a:srgbClr val="002060"/>
                </a:solidFill>
              </a:rPr>
              <a:t>unpopular with parents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Technology is an </a:t>
            </a:r>
            <a:r>
              <a:rPr lang="en-US" b="1" dirty="0">
                <a:solidFill>
                  <a:srgbClr val="002060"/>
                </a:solidFill>
              </a:rPr>
              <a:t>invaluable teaching tool </a:t>
            </a:r>
            <a:r>
              <a:rPr lang="en-US" dirty="0"/>
              <a:t>in the modern classroom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CD7D7AA4-68ED-45BC-B038-7CCD0C6A0F1B}"/>
              </a:ext>
            </a:extLst>
          </p:cNvPr>
          <p:cNvGrpSpPr>
            <a:grpSpLocks noChangeAspect="1"/>
          </p:cNvGrpSpPr>
          <p:nvPr/>
        </p:nvGrpSpPr>
        <p:grpSpPr>
          <a:xfrm>
            <a:off x="4663005" y="5959122"/>
            <a:ext cx="1215020" cy="487999"/>
            <a:chOff x="7364360" y="4887040"/>
            <a:chExt cx="2349164" cy="943516"/>
          </a:xfrm>
        </p:grpSpPr>
        <p:sp>
          <p:nvSpPr>
            <p:cNvPr id="13" name="Freeform 116">
              <a:extLst>
                <a:ext uri="{FF2B5EF4-FFF2-40B4-BE49-F238E27FC236}">
                  <a16:creationId xmlns:a16="http://schemas.microsoft.com/office/drawing/2014/main" xmlns="" id="{8E75474E-90A1-46E7-9810-E15168A9C0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64360" y="4887040"/>
              <a:ext cx="365760" cy="457200"/>
            </a:xfrm>
            <a:custGeom>
              <a:avLst/>
              <a:gdLst>
                <a:gd name="T0" fmla="*/ 20 w 396"/>
                <a:gd name="T1" fmla="*/ 354 h 520"/>
                <a:gd name="T2" fmla="*/ 180 w 396"/>
                <a:gd name="T3" fmla="*/ 383 h 520"/>
                <a:gd name="T4" fmla="*/ 170 w 396"/>
                <a:gd name="T5" fmla="*/ 317 h 520"/>
                <a:gd name="T6" fmla="*/ 226 w 396"/>
                <a:gd name="T7" fmla="*/ 307 h 520"/>
                <a:gd name="T8" fmla="*/ 211 w 396"/>
                <a:gd name="T9" fmla="*/ 343 h 520"/>
                <a:gd name="T10" fmla="*/ 262 w 396"/>
                <a:gd name="T11" fmla="*/ 295 h 520"/>
                <a:gd name="T12" fmla="*/ 396 w 396"/>
                <a:gd name="T13" fmla="*/ 389 h 520"/>
                <a:gd name="T14" fmla="*/ 281 w 396"/>
                <a:gd name="T15" fmla="*/ 132 h 520"/>
                <a:gd name="T16" fmla="*/ 288 w 396"/>
                <a:gd name="T17" fmla="*/ 191 h 520"/>
                <a:gd name="T18" fmla="*/ 225 w 396"/>
                <a:gd name="T19" fmla="*/ 289 h 520"/>
                <a:gd name="T20" fmla="*/ 125 w 396"/>
                <a:gd name="T21" fmla="*/ 231 h 520"/>
                <a:gd name="T22" fmla="*/ 114 w 396"/>
                <a:gd name="T23" fmla="*/ 153 h 520"/>
                <a:gd name="T24" fmla="*/ 281 w 396"/>
                <a:gd name="T25" fmla="*/ 132 h 520"/>
                <a:gd name="T26" fmla="*/ 149 w 396"/>
                <a:gd name="T27" fmla="*/ 152 h 520"/>
                <a:gd name="T28" fmla="*/ 250 w 396"/>
                <a:gd name="T29" fmla="*/ 138 h 520"/>
                <a:gd name="T30" fmla="*/ 255 w 396"/>
                <a:gd name="T31" fmla="*/ 164 h 520"/>
                <a:gd name="T32" fmla="*/ 258 w 396"/>
                <a:gd name="T33" fmla="*/ 171 h 520"/>
                <a:gd name="T34" fmla="*/ 268 w 396"/>
                <a:gd name="T35" fmla="*/ 159 h 520"/>
                <a:gd name="T36" fmla="*/ 262 w 396"/>
                <a:gd name="T37" fmla="*/ 220 h 520"/>
                <a:gd name="T38" fmla="*/ 220 w 396"/>
                <a:gd name="T39" fmla="*/ 277 h 520"/>
                <a:gd name="T40" fmla="*/ 136 w 396"/>
                <a:gd name="T41" fmla="*/ 223 h 520"/>
                <a:gd name="T42" fmla="*/ 120 w 396"/>
                <a:gd name="T43" fmla="*/ 190 h 520"/>
                <a:gd name="T44" fmla="*/ 135 w 396"/>
                <a:gd name="T45" fmla="*/ 168 h 520"/>
                <a:gd name="T46" fmla="*/ 141 w 396"/>
                <a:gd name="T47" fmla="*/ 157 h 520"/>
                <a:gd name="T48" fmla="*/ 226 w 396"/>
                <a:gd name="T49" fmla="*/ 2 h 520"/>
                <a:gd name="T50" fmla="*/ 316 w 396"/>
                <a:gd name="T51" fmla="*/ 53 h 520"/>
                <a:gd name="T52" fmla="*/ 274 w 396"/>
                <a:gd name="T53" fmla="*/ 98 h 520"/>
                <a:gd name="T54" fmla="*/ 115 w 396"/>
                <a:gd name="T55" fmla="*/ 124 h 520"/>
                <a:gd name="T56" fmla="*/ 164 w 396"/>
                <a:gd name="T57" fmla="*/ 52 h 520"/>
                <a:gd name="T58" fmla="*/ 260 w 396"/>
                <a:gd name="T59" fmla="*/ 61 h 520"/>
                <a:gd name="T60" fmla="*/ 161 w 396"/>
                <a:gd name="T61" fmla="*/ 47 h 520"/>
                <a:gd name="T62" fmla="*/ 30 w 396"/>
                <a:gd name="T63" fmla="*/ 34 h 520"/>
                <a:gd name="T64" fmla="*/ 327 w 396"/>
                <a:gd name="T65" fmla="*/ 120 h 520"/>
                <a:gd name="T66" fmla="*/ 330 w 396"/>
                <a:gd name="T67" fmla="*/ 128 h 520"/>
                <a:gd name="T68" fmla="*/ 329 w 396"/>
                <a:gd name="T69" fmla="*/ 140 h 520"/>
                <a:gd name="T70" fmla="*/ 336 w 396"/>
                <a:gd name="T71" fmla="*/ 189 h 520"/>
                <a:gd name="T72" fmla="*/ 317 w 396"/>
                <a:gd name="T73" fmla="*/ 145 h 520"/>
                <a:gd name="T74" fmla="*/ 318 w 396"/>
                <a:gd name="T75" fmla="*/ 133 h 520"/>
                <a:gd name="T76" fmla="*/ 318 w 396"/>
                <a:gd name="T77" fmla="*/ 122 h 520"/>
                <a:gd name="T78" fmla="*/ 320 w 396"/>
                <a:gd name="T79" fmla="*/ 49 h 520"/>
                <a:gd name="T80" fmla="*/ 327 w 396"/>
                <a:gd name="T81" fmla="*/ 53 h 520"/>
                <a:gd name="T82" fmla="*/ 362 w 396"/>
                <a:gd name="T83" fmla="*/ 83 h 520"/>
                <a:gd name="T84" fmla="*/ 327 w 396"/>
                <a:gd name="T85" fmla="*/ 92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6" h="520">
                  <a:moveTo>
                    <a:pt x="0" y="389"/>
                  </a:moveTo>
                  <a:cubicBezTo>
                    <a:pt x="5" y="377"/>
                    <a:pt x="12" y="365"/>
                    <a:pt x="20" y="354"/>
                  </a:cubicBezTo>
                  <a:cubicBezTo>
                    <a:pt x="59" y="305"/>
                    <a:pt x="99" y="321"/>
                    <a:pt x="134" y="295"/>
                  </a:cubicBezTo>
                  <a:cubicBezTo>
                    <a:pt x="147" y="328"/>
                    <a:pt x="157" y="354"/>
                    <a:pt x="180" y="383"/>
                  </a:cubicBezTo>
                  <a:cubicBezTo>
                    <a:pt x="185" y="343"/>
                    <a:pt x="185" y="343"/>
                    <a:pt x="185" y="343"/>
                  </a:cubicBezTo>
                  <a:cubicBezTo>
                    <a:pt x="170" y="317"/>
                    <a:pt x="170" y="317"/>
                    <a:pt x="170" y="317"/>
                  </a:cubicBezTo>
                  <a:cubicBezTo>
                    <a:pt x="169" y="314"/>
                    <a:pt x="168" y="310"/>
                    <a:pt x="170" y="307"/>
                  </a:cubicBezTo>
                  <a:cubicBezTo>
                    <a:pt x="184" y="314"/>
                    <a:pt x="211" y="314"/>
                    <a:pt x="226" y="307"/>
                  </a:cubicBezTo>
                  <a:cubicBezTo>
                    <a:pt x="227" y="310"/>
                    <a:pt x="227" y="314"/>
                    <a:pt x="226" y="316"/>
                  </a:cubicBezTo>
                  <a:cubicBezTo>
                    <a:pt x="211" y="343"/>
                    <a:pt x="211" y="343"/>
                    <a:pt x="211" y="343"/>
                  </a:cubicBezTo>
                  <a:cubicBezTo>
                    <a:pt x="216" y="383"/>
                    <a:pt x="216" y="383"/>
                    <a:pt x="216" y="383"/>
                  </a:cubicBezTo>
                  <a:cubicBezTo>
                    <a:pt x="239" y="354"/>
                    <a:pt x="249" y="327"/>
                    <a:pt x="262" y="295"/>
                  </a:cubicBezTo>
                  <a:cubicBezTo>
                    <a:pt x="295" y="319"/>
                    <a:pt x="337" y="306"/>
                    <a:pt x="375" y="354"/>
                  </a:cubicBezTo>
                  <a:cubicBezTo>
                    <a:pt x="384" y="365"/>
                    <a:pt x="391" y="377"/>
                    <a:pt x="396" y="389"/>
                  </a:cubicBezTo>
                  <a:cubicBezTo>
                    <a:pt x="279" y="517"/>
                    <a:pt x="116" y="520"/>
                    <a:pt x="0" y="389"/>
                  </a:cubicBezTo>
                  <a:close/>
                  <a:moveTo>
                    <a:pt x="281" y="132"/>
                  </a:moveTo>
                  <a:cubicBezTo>
                    <a:pt x="282" y="139"/>
                    <a:pt x="282" y="146"/>
                    <a:pt x="282" y="153"/>
                  </a:cubicBezTo>
                  <a:cubicBezTo>
                    <a:pt x="289" y="163"/>
                    <a:pt x="289" y="181"/>
                    <a:pt x="288" y="191"/>
                  </a:cubicBezTo>
                  <a:cubicBezTo>
                    <a:pt x="287" y="203"/>
                    <a:pt x="282" y="224"/>
                    <a:pt x="271" y="231"/>
                  </a:cubicBezTo>
                  <a:cubicBezTo>
                    <a:pt x="265" y="254"/>
                    <a:pt x="247" y="276"/>
                    <a:pt x="225" y="289"/>
                  </a:cubicBezTo>
                  <a:cubicBezTo>
                    <a:pt x="209" y="299"/>
                    <a:pt x="190" y="300"/>
                    <a:pt x="172" y="290"/>
                  </a:cubicBezTo>
                  <a:cubicBezTo>
                    <a:pt x="150" y="277"/>
                    <a:pt x="131" y="255"/>
                    <a:pt x="125" y="231"/>
                  </a:cubicBezTo>
                  <a:cubicBezTo>
                    <a:pt x="113" y="224"/>
                    <a:pt x="109" y="203"/>
                    <a:pt x="108" y="191"/>
                  </a:cubicBezTo>
                  <a:cubicBezTo>
                    <a:pt x="107" y="181"/>
                    <a:pt x="107" y="163"/>
                    <a:pt x="114" y="153"/>
                  </a:cubicBezTo>
                  <a:cubicBezTo>
                    <a:pt x="114" y="146"/>
                    <a:pt x="114" y="139"/>
                    <a:pt x="114" y="132"/>
                  </a:cubicBezTo>
                  <a:cubicBezTo>
                    <a:pt x="169" y="119"/>
                    <a:pt x="226" y="119"/>
                    <a:pt x="281" y="132"/>
                  </a:cubicBezTo>
                  <a:close/>
                  <a:moveTo>
                    <a:pt x="141" y="157"/>
                  </a:moveTo>
                  <a:cubicBezTo>
                    <a:pt x="141" y="151"/>
                    <a:pt x="143" y="151"/>
                    <a:pt x="149" y="152"/>
                  </a:cubicBezTo>
                  <a:cubicBezTo>
                    <a:pt x="163" y="156"/>
                    <a:pt x="227" y="144"/>
                    <a:pt x="243" y="138"/>
                  </a:cubicBezTo>
                  <a:cubicBezTo>
                    <a:pt x="245" y="136"/>
                    <a:pt x="248" y="136"/>
                    <a:pt x="250" y="138"/>
                  </a:cubicBezTo>
                  <a:cubicBezTo>
                    <a:pt x="251" y="140"/>
                    <a:pt x="252" y="142"/>
                    <a:pt x="253" y="144"/>
                  </a:cubicBezTo>
                  <a:cubicBezTo>
                    <a:pt x="254" y="150"/>
                    <a:pt x="254" y="158"/>
                    <a:pt x="255" y="164"/>
                  </a:cubicBezTo>
                  <a:cubicBezTo>
                    <a:pt x="255" y="165"/>
                    <a:pt x="255" y="166"/>
                    <a:pt x="255" y="167"/>
                  </a:cubicBezTo>
                  <a:cubicBezTo>
                    <a:pt x="256" y="171"/>
                    <a:pt x="257" y="172"/>
                    <a:pt x="258" y="171"/>
                  </a:cubicBezTo>
                  <a:cubicBezTo>
                    <a:pt x="260" y="169"/>
                    <a:pt x="261" y="168"/>
                    <a:pt x="262" y="166"/>
                  </a:cubicBezTo>
                  <a:cubicBezTo>
                    <a:pt x="264" y="162"/>
                    <a:pt x="266" y="159"/>
                    <a:pt x="268" y="159"/>
                  </a:cubicBezTo>
                  <a:cubicBezTo>
                    <a:pt x="274" y="159"/>
                    <a:pt x="277" y="173"/>
                    <a:pt x="275" y="190"/>
                  </a:cubicBezTo>
                  <a:cubicBezTo>
                    <a:pt x="274" y="207"/>
                    <a:pt x="268" y="220"/>
                    <a:pt x="262" y="220"/>
                  </a:cubicBezTo>
                  <a:cubicBezTo>
                    <a:pt x="261" y="220"/>
                    <a:pt x="260" y="221"/>
                    <a:pt x="260" y="223"/>
                  </a:cubicBezTo>
                  <a:cubicBezTo>
                    <a:pt x="255" y="246"/>
                    <a:pt x="239" y="267"/>
                    <a:pt x="220" y="277"/>
                  </a:cubicBezTo>
                  <a:cubicBezTo>
                    <a:pt x="204" y="286"/>
                    <a:pt x="194" y="287"/>
                    <a:pt x="177" y="278"/>
                  </a:cubicBezTo>
                  <a:cubicBezTo>
                    <a:pt x="158" y="268"/>
                    <a:pt x="141" y="247"/>
                    <a:pt x="136" y="223"/>
                  </a:cubicBezTo>
                  <a:cubicBezTo>
                    <a:pt x="136" y="221"/>
                    <a:pt x="135" y="220"/>
                    <a:pt x="134" y="220"/>
                  </a:cubicBezTo>
                  <a:cubicBezTo>
                    <a:pt x="128" y="220"/>
                    <a:pt x="122" y="207"/>
                    <a:pt x="120" y="190"/>
                  </a:cubicBezTo>
                  <a:cubicBezTo>
                    <a:pt x="119" y="173"/>
                    <a:pt x="122" y="159"/>
                    <a:pt x="127" y="159"/>
                  </a:cubicBezTo>
                  <a:cubicBezTo>
                    <a:pt x="130" y="159"/>
                    <a:pt x="133" y="163"/>
                    <a:pt x="135" y="168"/>
                  </a:cubicBezTo>
                  <a:cubicBezTo>
                    <a:pt x="136" y="170"/>
                    <a:pt x="139" y="173"/>
                    <a:pt x="140" y="171"/>
                  </a:cubicBezTo>
                  <a:cubicBezTo>
                    <a:pt x="141" y="169"/>
                    <a:pt x="141" y="159"/>
                    <a:pt x="141" y="157"/>
                  </a:cubicBezTo>
                  <a:close/>
                  <a:moveTo>
                    <a:pt x="32" y="28"/>
                  </a:moveTo>
                  <a:cubicBezTo>
                    <a:pt x="226" y="2"/>
                    <a:pt x="226" y="2"/>
                    <a:pt x="226" y="2"/>
                  </a:cubicBezTo>
                  <a:cubicBezTo>
                    <a:pt x="234" y="0"/>
                    <a:pt x="237" y="0"/>
                    <a:pt x="244" y="5"/>
                  </a:cubicBezTo>
                  <a:cubicBezTo>
                    <a:pt x="316" y="53"/>
                    <a:pt x="316" y="53"/>
                    <a:pt x="316" y="53"/>
                  </a:cubicBezTo>
                  <a:cubicBezTo>
                    <a:pt x="316" y="94"/>
                    <a:pt x="316" y="94"/>
                    <a:pt x="316" y="94"/>
                  </a:cubicBezTo>
                  <a:cubicBezTo>
                    <a:pt x="274" y="98"/>
                    <a:pt x="274" y="98"/>
                    <a:pt x="274" y="98"/>
                  </a:cubicBezTo>
                  <a:cubicBezTo>
                    <a:pt x="280" y="124"/>
                    <a:pt x="280" y="124"/>
                    <a:pt x="280" y="124"/>
                  </a:cubicBezTo>
                  <a:cubicBezTo>
                    <a:pt x="226" y="111"/>
                    <a:pt x="170" y="111"/>
                    <a:pt x="115" y="124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30" y="59"/>
                    <a:pt x="146" y="54"/>
                    <a:pt x="164" y="52"/>
                  </a:cubicBezTo>
                  <a:cubicBezTo>
                    <a:pt x="186" y="49"/>
                    <a:pt x="209" y="49"/>
                    <a:pt x="232" y="52"/>
                  </a:cubicBezTo>
                  <a:cubicBezTo>
                    <a:pt x="242" y="53"/>
                    <a:pt x="253" y="56"/>
                    <a:pt x="260" y="61"/>
                  </a:cubicBezTo>
                  <a:cubicBezTo>
                    <a:pt x="251" y="52"/>
                    <a:pt x="242" y="50"/>
                    <a:pt x="227" y="48"/>
                  </a:cubicBezTo>
                  <a:cubicBezTo>
                    <a:pt x="203" y="45"/>
                    <a:pt x="185" y="44"/>
                    <a:pt x="161" y="47"/>
                  </a:cubicBezTo>
                  <a:cubicBezTo>
                    <a:pt x="126" y="52"/>
                    <a:pt x="121" y="65"/>
                    <a:pt x="116" y="89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27" y="31"/>
                    <a:pt x="28" y="29"/>
                    <a:pt x="32" y="28"/>
                  </a:cubicBezTo>
                  <a:close/>
                  <a:moveTo>
                    <a:pt x="327" y="120"/>
                  </a:moveTo>
                  <a:cubicBezTo>
                    <a:pt x="329" y="120"/>
                    <a:pt x="329" y="121"/>
                    <a:pt x="329" y="122"/>
                  </a:cubicBezTo>
                  <a:cubicBezTo>
                    <a:pt x="330" y="128"/>
                    <a:pt x="330" y="128"/>
                    <a:pt x="330" y="128"/>
                  </a:cubicBezTo>
                  <a:cubicBezTo>
                    <a:pt x="330" y="131"/>
                    <a:pt x="329" y="131"/>
                    <a:pt x="329" y="133"/>
                  </a:cubicBezTo>
                  <a:cubicBezTo>
                    <a:pt x="329" y="140"/>
                    <a:pt x="329" y="140"/>
                    <a:pt x="329" y="140"/>
                  </a:cubicBezTo>
                  <a:cubicBezTo>
                    <a:pt x="329" y="142"/>
                    <a:pt x="330" y="142"/>
                    <a:pt x="331" y="145"/>
                  </a:cubicBezTo>
                  <a:cubicBezTo>
                    <a:pt x="336" y="189"/>
                    <a:pt x="336" y="189"/>
                    <a:pt x="336" y="189"/>
                  </a:cubicBezTo>
                  <a:cubicBezTo>
                    <a:pt x="333" y="194"/>
                    <a:pt x="314" y="194"/>
                    <a:pt x="311" y="189"/>
                  </a:cubicBezTo>
                  <a:cubicBezTo>
                    <a:pt x="317" y="145"/>
                    <a:pt x="317" y="145"/>
                    <a:pt x="317" y="145"/>
                  </a:cubicBezTo>
                  <a:cubicBezTo>
                    <a:pt x="317" y="142"/>
                    <a:pt x="318" y="142"/>
                    <a:pt x="318" y="140"/>
                  </a:cubicBezTo>
                  <a:cubicBezTo>
                    <a:pt x="318" y="133"/>
                    <a:pt x="318" y="133"/>
                    <a:pt x="318" y="133"/>
                  </a:cubicBezTo>
                  <a:cubicBezTo>
                    <a:pt x="318" y="131"/>
                    <a:pt x="317" y="131"/>
                    <a:pt x="317" y="128"/>
                  </a:cubicBezTo>
                  <a:cubicBezTo>
                    <a:pt x="318" y="122"/>
                    <a:pt x="318" y="122"/>
                    <a:pt x="318" y="122"/>
                  </a:cubicBezTo>
                  <a:cubicBezTo>
                    <a:pt x="318" y="121"/>
                    <a:pt x="318" y="120"/>
                    <a:pt x="320" y="120"/>
                  </a:cubicBezTo>
                  <a:cubicBezTo>
                    <a:pt x="320" y="49"/>
                    <a:pt x="320" y="49"/>
                    <a:pt x="320" y="49"/>
                  </a:cubicBezTo>
                  <a:cubicBezTo>
                    <a:pt x="323" y="49"/>
                    <a:pt x="323" y="49"/>
                    <a:pt x="323" y="49"/>
                  </a:cubicBezTo>
                  <a:cubicBezTo>
                    <a:pt x="325" y="49"/>
                    <a:pt x="327" y="51"/>
                    <a:pt x="327" y="53"/>
                  </a:cubicBezTo>
                  <a:cubicBezTo>
                    <a:pt x="327" y="60"/>
                    <a:pt x="327" y="60"/>
                    <a:pt x="327" y="60"/>
                  </a:cubicBezTo>
                  <a:cubicBezTo>
                    <a:pt x="362" y="83"/>
                    <a:pt x="362" y="83"/>
                    <a:pt x="362" y="83"/>
                  </a:cubicBezTo>
                  <a:cubicBezTo>
                    <a:pt x="365" y="85"/>
                    <a:pt x="364" y="88"/>
                    <a:pt x="362" y="88"/>
                  </a:cubicBezTo>
                  <a:cubicBezTo>
                    <a:pt x="327" y="92"/>
                    <a:pt x="327" y="92"/>
                    <a:pt x="327" y="92"/>
                  </a:cubicBezTo>
                  <a:cubicBezTo>
                    <a:pt x="327" y="120"/>
                    <a:pt x="327" y="120"/>
                    <a:pt x="327" y="12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16">
              <a:extLst>
                <a:ext uri="{FF2B5EF4-FFF2-40B4-BE49-F238E27FC236}">
                  <a16:creationId xmlns:a16="http://schemas.microsoft.com/office/drawing/2014/main" xmlns="" id="{FBC22503-69A7-445F-BBA4-919474FBD9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60211" y="4887040"/>
              <a:ext cx="365760" cy="457200"/>
            </a:xfrm>
            <a:custGeom>
              <a:avLst/>
              <a:gdLst>
                <a:gd name="T0" fmla="*/ 20 w 396"/>
                <a:gd name="T1" fmla="*/ 354 h 520"/>
                <a:gd name="T2" fmla="*/ 180 w 396"/>
                <a:gd name="T3" fmla="*/ 383 h 520"/>
                <a:gd name="T4" fmla="*/ 170 w 396"/>
                <a:gd name="T5" fmla="*/ 317 h 520"/>
                <a:gd name="T6" fmla="*/ 226 w 396"/>
                <a:gd name="T7" fmla="*/ 307 h 520"/>
                <a:gd name="T8" fmla="*/ 211 w 396"/>
                <a:gd name="T9" fmla="*/ 343 h 520"/>
                <a:gd name="T10" fmla="*/ 262 w 396"/>
                <a:gd name="T11" fmla="*/ 295 h 520"/>
                <a:gd name="T12" fmla="*/ 396 w 396"/>
                <a:gd name="T13" fmla="*/ 389 h 520"/>
                <a:gd name="T14" fmla="*/ 281 w 396"/>
                <a:gd name="T15" fmla="*/ 132 h 520"/>
                <a:gd name="T16" fmla="*/ 288 w 396"/>
                <a:gd name="T17" fmla="*/ 191 h 520"/>
                <a:gd name="T18" fmla="*/ 225 w 396"/>
                <a:gd name="T19" fmla="*/ 289 h 520"/>
                <a:gd name="T20" fmla="*/ 125 w 396"/>
                <a:gd name="T21" fmla="*/ 231 h 520"/>
                <a:gd name="T22" fmla="*/ 114 w 396"/>
                <a:gd name="T23" fmla="*/ 153 h 520"/>
                <a:gd name="T24" fmla="*/ 281 w 396"/>
                <a:gd name="T25" fmla="*/ 132 h 520"/>
                <a:gd name="T26" fmla="*/ 149 w 396"/>
                <a:gd name="T27" fmla="*/ 152 h 520"/>
                <a:gd name="T28" fmla="*/ 250 w 396"/>
                <a:gd name="T29" fmla="*/ 138 h 520"/>
                <a:gd name="T30" fmla="*/ 255 w 396"/>
                <a:gd name="T31" fmla="*/ 164 h 520"/>
                <a:gd name="T32" fmla="*/ 258 w 396"/>
                <a:gd name="T33" fmla="*/ 171 h 520"/>
                <a:gd name="T34" fmla="*/ 268 w 396"/>
                <a:gd name="T35" fmla="*/ 159 h 520"/>
                <a:gd name="T36" fmla="*/ 262 w 396"/>
                <a:gd name="T37" fmla="*/ 220 h 520"/>
                <a:gd name="T38" fmla="*/ 220 w 396"/>
                <a:gd name="T39" fmla="*/ 277 h 520"/>
                <a:gd name="T40" fmla="*/ 136 w 396"/>
                <a:gd name="T41" fmla="*/ 223 h 520"/>
                <a:gd name="T42" fmla="*/ 120 w 396"/>
                <a:gd name="T43" fmla="*/ 190 h 520"/>
                <a:gd name="T44" fmla="*/ 135 w 396"/>
                <a:gd name="T45" fmla="*/ 168 h 520"/>
                <a:gd name="T46" fmla="*/ 141 w 396"/>
                <a:gd name="T47" fmla="*/ 157 h 520"/>
                <a:gd name="T48" fmla="*/ 226 w 396"/>
                <a:gd name="T49" fmla="*/ 2 h 520"/>
                <a:gd name="T50" fmla="*/ 316 w 396"/>
                <a:gd name="T51" fmla="*/ 53 h 520"/>
                <a:gd name="T52" fmla="*/ 274 w 396"/>
                <a:gd name="T53" fmla="*/ 98 h 520"/>
                <a:gd name="T54" fmla="*/ 115 w 396"/>
                <a:gd name="T55" fmla="*/ 124 h 520"/>
                <a:gd name="T56" fmla="*/ 164 w 396"/>
                <a:gd name="T57" fmla="*/ 52 h 520"/>
                <a:gd name="T58" fmla="*/ 260 w 396"/>
                <a:gd name="T59" fmla="*/ 61 h 520"/>
                <a:gd name="T60" fmla="*/ 161 w 396"/>
                <a:gd name="T61" fmla="*/ 47 h 520"/>
                <a:gd name="T62" fmla="*/ 30 w 396"/>
                <a:gd name="T63" fmla="*/ 34 h 520"/>
                <a:gd name="T64" fmla="*/ 327 w 396"/>
                <a:gd name="T65" fmla="*/ 120 h 520"/>
                <a:gd name="T66" fmla="*/ 330 w 396"/>
                <a:gd name="T67" fmla="*/ 128 h 520"/>
                <a:gd name="T68" fmla="*/ 329 w 396"/>
                <a:gd name="T69" fmla="*/ 140 h 520"/>
                <a:gd name="T70" fmla="*/ 336 w 396"/>
                <a:gd name="T71" fmla="*/ 189 h 520"/>
                <a:gd name="T72" fmla="*/ 317 w 396"/>
                <a:gd name="T73" fmla="*/ 145 h 520"/>
                <a:gd name="T74" fmla="*/ 318 w 396"/>
                <a:gd name="T75" fmla="*/ 133 h 520"/>
                <a:gd name="T76" fmla="*/ 318 w 396"/>
                <a:gd name="T77" fmla="*/ 122 h 520"/>
                <a:gd name="T78" fmla="*/ 320 w 396"/>
                <a:gd name="T79" fmla="*/ 49 h 520"/>
                <a:gd name="T80" fmla="*/ 327 w 396"/>
                <a:gd name="T81" fmla="*/ 53 h 520"/>
                <a:gd name="T82" fmla="*/ 362 w 396"/>
                <a:gd name="T83" fmla="*/ 83 h 520"/>
                <a:gd name="T84" fmla="*/ 327 w 396"/>
                <a:gd name="T85" fmla="*/ 92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6" h="520">
                  <a:moveTo>
                    <a:pt x="0" y="389"/>
                  </a:moveTo>
                  <a:cubicBezTo>
                    <a:pt x="5" y="377"/>
                    <a:pt x="12" y="365"/>
                    <a:pt x="20" y="354"/>
                  </a:cubicBezTo>
                  <a:cubicBezTo>
                    <a:pt x="59" y="305"/>
                    <a:pt x="99" y="321"/>
                    <a:pt x="134" y="295"/>
                  </a:cubicBezTo>
                  <a:cubicBezTo>
                    <a:pt x="147" y="328"/>
                    <a:pt x="157" y="354"/>
                    <a:pt x="180" y="383"/>
                  </a:cubicBezTo>
                  <a:cubicBezTo>
                    <a:pt x="185" y="343"/>
                    <a:pt x="185" y="343"/>
                    <a:pt x="185" y="343"/>
                  </a:cubicBezTo>
                  <a:cubicBezTo>
                    <a:pt x="170" y="317"/>
                    <a:pt x="170" y="317"/>
                    <a:pt x="170" y="317"/>
                  </a:cubicBezTo>
                  <a:cubicBezTo>
                    <a:pt x="169" y="314"/>
                    <a:pt x="168" y="310"/>
                    <a:pt x="170" y="307"/>
                  </a:cubicBezTo>
                  <a:cubicBezTo>
                    <a:pt x="184" y="314"/>
                    <a:pt x="211" y="314"/>
                    <a:pt x="226" y="307"/>
                  </a:cubicBezTo>
                  <a:cubicBezTo>
                    <a:pt x="227" y="310"/>
                    <a:pt x="227" y="314"/>
                    <a:pt x="226" y="316"/>
                  </a:cubicBezTo>
                  <a:cubicBezTo>
                    <a:pt x="211" y="343"/>
                    <a:pt x="211" y="343"/>
                    <a:pt x="211" y="343"/>
                  </a:cubicBezTo>
                  <a:cubicBezTo>
                    <a:pt x="216" y="383"/>
                    <a:pt x="216" y="383"/>
                    <a:pt x="216" y="383"/>
                  </a:cubicBezTo>
                  <a:cubicBezTo>
                    <a:pt x="239" y="354"/>
                    <a:pt x="249" y="327"/>
                    <a:pt x="262" y="295"/>
                  </a:cubicBezTo>
                  <a:cubicBezTo>
                    <a:pt x="295" y="319"/>
                    <a:pt x="337" y="306"/>
                    <a:pt x="375" y="354"/>
                  </a:cubicBezTo>
                  <a:cubicBezTo>
                    <a:pt x="384" y="365"/>
                    <a:pt x="391" y="377"/>
                    <a:pt x="396" y="389"/>
                  </a:cubicBezTo>
                  <a:cubicBezTo>
                    <a:pt x="279" y="517"/>
                    <a:pt x="116" y="520"/>
                    <a:pt x="0" y="389"/>
                  </a:cubicBezTo>
                  <a:close/>
                  <a:moveTo>
                    <a:pt x="281" y="132"/>
                  </a:moveTo>
                  <a:cubicBezTo>
                    <a:pt x="282" y="139"/>
                    <a:pt x="282" y="146"/>
                    <a:pt x="282" y="153"/>
                  </a:cubicBezTo>
                  <a:cubicBezTo>
                    <a:pt x="289" y="163"/>
                    <a:pt x="289" y="181"/>
                    <a:pt x="288" y="191"/>
                  </a:cubicBezTo>
                  <a:cubicBezTo>
                    <a:pt x="287" y="203"/>
                    <a:pt x="282" y="224"/>
                    <a:pt x="271" y="231"/>
                  </a:cubicBezTo>
                  <a:cubicBezTo>
                    <a:pt x="265" y="254"/>
                    <a:pt x="247" y="276"/>
                    <a:pt x="225" y="289"/>
                  </a:cubicBezTo>
                  <a:cubicBezTo>
                    <a:pt x="209" y="299"/>
                    <a:pt x="190" y="300"/>
                    <a:pt x="172" y="290"/>
                  </a:cubicBezTo>
                  <a:cubicBezTo>
                    <a:pt x="150" y="277"/>
                    <a:pt x="131" y="255"/>
                    <a:pt x="125" y="231"/>
                  </a:cubicBezTo>
                  <a:cubicBezTo>
                    <a:pt x="113" y="224"/>
                    <a:pt x="109" y="203"/>
                    <a:pt x="108" y="191"/>
                  </a:cubicBezTo>
                  <a:cubicBezTo>
                    <a:pt x="107" y="181"/>
                    <a:pt x="107" y="163"/>
                    <a:pt x="114" y="153"/>
                  </a:cubicBezTo>
                  <a:cubicBezTo>
                    <a:pt x="114" y="146"/>
                    <a:pt x="114" y="139"/>
                    <a:pt x="114" y="132"/>
                  </a:cubicBezTo>
                  <a:cubicBezTo>
                    <a:pt x="169" y="119"/>
                    <a:pt x="226" y="119"/>
                    <a:pt x="281" y="132"/>
                  </a:cubicBezTo>
                  <a:close/>
                  <a:moveTo>
                    <a:pt x="141" y="157"/>
                  </a:moveTo>
                  <a:cubicBezTo>
                    <a:pt x="141" y="151"/>
                    <a:pt x="143" y="151"/>
                    <a:pt x="149" y="152"/>
                  </a:cubicBezTo>
                  <a:cubicBezTo>
                    <a:pt x="163" y="156"/>
                    <a:pt x="227" y="144"/>
                    <a:pt x="243" y="138"/>
                  </a:cubicBezTo>
                  <a:cubicBezTo>
                    <a:pt x="245" y="136"/>
                    <a:pt x="248" y="136"/>
                    <a:pt x="250" y="138"/>
                  </a:cubicBezTo>
                  <a:cubicBezTo>
                    <a:pt x="251" y="140"/>
                    <a:pt x="252" y="142"/>
                    <a:pt x="253" y="144"/>
                  </a:cubicBezTo>
                  <a:cubicBezTo>
                    <a:pt x="254" y="150"/>
                    <a:pt x="254" y="158"/>
                    <a:pt x="255" y="164"/>
                  </a:cubicBezTo>
                  <a:cubicBezTo>
                    <a:pt x="255" y="165"/>
                    <a:pt x="255" y="166"/>
                    <a:pt x="255" y="167"/>
                  </a:cubicBezTo>
                  <a:cubicBezTo>
                    <a:pt x="256" y="171"/>
                    <a:pt x="257" y="172"/>
                    <a:pt x="258" y="171"/>
                  </a:cubicBezTo>
                  <a:cubicBezTo>
                    <a:pt x="260" y="169"/>
                    <a:pt x="261" y="168"/>
                    <a:pt x="262" y="166"/>
                  </a:cubicBezTo>
                  <a:cubicBezTo>
                    <a:pt x="264" y="162"/>
                    <a:pt x="266" y="159"/>
                    <a:pt x="268" y="159"/>
                  </a:cubicBezTo>
                  <a:cubicBezTo>
                    <a:pt x="274" y="159"/>
                    <a:pt x="277" y="173"/>
                    <a:pt x="275" y="190"/>
                  </a:cubicBezTo>
                  <a:cubicBezTo>
                    <a:pt x="274" y="207"/>
                    <a:pt x="268" y="220"/>
                    <a:pt x="262" y="220"/>
                  </a:cubicBezTo>
                  <a:cubicBezTo>
                    <a:pt x="261" y="220"/>
                    <a:pt x="260" y="221"/>
                    <a:pt x="260" y="223"/>
                  </a:cubicBezTo>
                  <a:cubicBezTo>
                    <a:pt x="255" y="246"/>
                    <a:pt x="239" y="267"/>
                    <a:pt x="220" y="277"/>
                  </a:cubicBezTo>
                  <a:cubicBezTo>
                    <a:pt x="204" y="286"/>
                    <a:pt x="194" y="287"/>
                    <a:pt x="177" y="278"/>
                  </a:cubicBezTo>
                  <a:cubicBezTo>
                    <a:pt x="158" y="268"/>
                    <a:pt x="141" y="247"/>
                    <a:pt x="136" y="223"/>
                  </a:cubicBezTo>
                  <a:cubicBezTo>
                    <a:pt x="136" y="221"/>
                    <a:pt x="135" y="220"/>
                    <a:pt x="134" y="220"/>
                  </a:cubicBezTo>
                  <a:cubicBezTo>
                    <a:pt x="128" y="220"/>
                    <a:pt x="122" y="207"/>
                    <a:pt x="120" y="190"/>
                  </a:cubicBezTo>
                  <a:cubicBezTo>
                    <a:pt x="119" y="173"/>
                    <a:pt x="122" y="159"/>
                    <a:pt x="127" y="159"/>
                  </a:cubicBezTo>
                  <a:cubicBezTo>
                    <a:pt x="130" y="159"/>
                    <a:pt x="133" y="163"/>
                    <a:pt x="135" y="168"/>
                  </a:cubicBezTo>
                  <a:cubicBezTo>
                    <a:pt x="136" y="170"/>
                    <a:pt x="139" y="173"/>
                    <a:pt x="140" y="171"/>
                  </a:cubicBezTo>
                  <a:cubicBezTo>
                    <a:pt x="141" y="169"/>
                    <a:pt x="141" y="159"/>
                    <a:pt x="141" y="157"/>
                  </a:cubicBezTo>
                  <a:close/>
                  <a:moveTo>
                    <a:pt x="32" y="28"/>
                  </a:moveTo>
                  <a:cubicBezTo>
                    <a:pt x="226" y="2"/>
                    <a:pt x="226" y="2"/>
                    <a:pt x="226" y="2"/>
                  </a:cubicBezTo>
                  <a:cubicBezTo>
                    <a:pt x="234" y="0"/>
                    <a:pt x="237" y="0"/>
                    <a:pt x="244" y="5"/>
                  </a:cubicBezTo>
                  <a:cubicBezTo>
                    <a:pt x="316" y="53"/>
                    <a:pt x="316" y="53"/>
                    <a:pt x="316" y="53"/>
                  </a:cubicBezTo>
                  <a:cubicBezTo>
                    <a:pt x="316" y="94"/>
                    <a:pt x="316" y="94"/>
                    <a:pt x="316" y="94"/>
                  </a:cubicBezTo>
                  <a:cubicBezTo>
                    <a:pt x="274" y="98"/>
                    <a:pt x="274" y="98"/>
                    <a:pt x="274" y="98"/>
                  </a:cubicBezTo>
                  <a:cubicBezTo>
                    <a:pt x="280" y="124"/>
                    <a:pt x="280" y="124"/>
                    <a:pt x="280" y="124"/>
                  </a:cubicBezTo>
                  <a:cubicBezTo>
                    <a:pt x="226" y="111"/>
                    <a:pt x="170" y="111"/>
                    <a:pt x="115" y="124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30" y="59"/>
                    <a:pt x="146" y="54"/>
                    <a:pt x="164" y="52"/>
                  </a:cubicBezTo>
                  <a:cubicBezTo>
                    <a:pt x="186" y="49"/>
                    <a:pt x="209" y="49"/>
                    <a:pt x="232" y="52"/>
                  </a:cubicBezTo>
                  <a:cubicBezTo>
                    <a:pt x="242" y="53"/>
                    <a:pt x="253" y="56"/>
                    <a:pt x="260" y="61"/>
                  </a:cubicBezTo>
                  <a:cubicBezTo>
                    <a:pt x="251" y="52"/>
                    <a:pt x="242" y="50"/>
                    <a:pt x="227" y="48"/>
                  </a:cubicBezTo>
                  <a:cubicBezTo>
                    <a:pt x="203" y="45"/>
                    <a:pt x="185" y="44"/>
                    <a:pt x="161" y="47"/>
                  </a:cubicBezTo>
                  <a:cubicBezTo>
                    <a:pt x="126" y="52"/>
                    <a:pt x="121" y="65"/>
                    <a:pt x="116" y="89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27" y="31"/>
                    <a:pt x="28" y="29"/>
                    <a:pt x="32" y="28"/>
                  </a:cubicBezTo>
                  <a:close/>
                  <a:moveTo>
                    <a:pt x="327" y="120"/>
                  </a:moveTo>
                  <a:cubicBezTo>
                    <a:pt x="329" y="120"/>
                    <a:pt x="329" y="121"/>
                    <a:pt x="329" y="122"/>
                  </a:cubicBezTo>
                  <a:cubicBezTo>
                    <a:pt x="330" y="128"/>
                    <a:pt x="330" y="128"/>
                    <a:pt x="330" y="128"/>
                  </a:cubicBezTo>
                  <a:cubicBezTo>
                    <a:pt x="330" y="131"/>
                    <a:pt x="329" y="131"/>
                    <a:pt x="329" y="133"/>
                  </a:cubicBezTo>
                  <a:cubicBezTo>
                    <a:pt x="329" y="140"/>
                    <a:pt x="329" y="140"/>
                    <a:pt x="329" y="140"/>
                  </a:cubicBezTo>
                  <a:cubicBezTo>
                    <a:pt x="329" y="142"/>
                    <a:pt x="330" y="142"/>
                    <a:pt x="331" y="145"/>
                  </a:cubicBezTo>
                  <a:cubicBezTo>
                    <a:pt x="336" y="189"/>
                    <a:pt x="336" y="189"/>
                    <a:pt x="336" y="189"/>
                  </a:cubicBezTo>
                  <a:cubicBezTo>
                    <a:pt x="333" y="194"/>
                    <a:pt x="314" y="194"/>
                    <a:pt x="311" y="189"/>
                  </a:cubicBezTo>
                  <a:cubicBezTo>
                    <a:pt x="317" y="145"/>
                    <a:pt x="317" y="145"/>
                    <a:pt x="317" y="145"/>
                  </a:cubicBezTo>
                  <a:cubicBezTo>
                    <a:pt x="317" y="142"/>
                    <a:pt x="318" y="142"/>
                    <a:pt x="318" y="140"/>
                  </a:cubicBezTo>
                  <a:cubicBezTo>
                    <a:pt x="318" y="133"/>
                    <a:pt x="318" y="133"/>
                    <a:pt x="318" y="133"/>
                  </a:cubicBezTo>
                  <a:cubicBezTo>
                    <a:pt x="318" y="131"/>
                    <a:pt x="317" y="131"/>
                    <a:pt x="317" y="128"/>
                  </a:cubicBezTo>
                  <a:cubicBezTo>
                    <a:pt x="318" y="122"/>
                    <a:pt x="318" y="122"/>
                    <a:pt x="318" y="122"/>
                  </a:cubicBezTo>
                  <a:cubicBezTo>
                    <a:pt x="318" y="121"/>
                    <a:pt x="318" y="120"/>
                    <a:pt x="320" y="120"/>
                  </a:cubicBezTo>
                  <a:cubicBezTo>
                    <a:pt x="320" y="49"/>
                    <a:pt x="320" y="49"/>
                    <a:pt x="320" y="49"/>
                  </a:cubicBezTo>
                  <a:cubicBezTo>
                    <a:pt x="323" y="49"/>
                    <a:pt x="323" y="49"/>
                    <a:pt x="323" y="49"/>
                  </a:cubicBezTo>
                  <a:cubicBezTo>
                    <a:pt x="325" y="49"/>
                    <a:pt x="327" y="51"/>
                    <a:pt x="327" y="53"/>
                  </a:cubicBezTo>
                  <a:cubicBezTo>
                    <a:pt x="327" y="60"/>
                    <a:pt x="327" y="60"/>
                    <a:pt x="327" y="60"/>
                  </a:cubicBezTo>
                  <a:cubicBezTo>
                    <a:pt x="362" y="83"/>
                    <a:pt x="362" y="83"/>
                    <a:pt x="362" y="83"/>
                  </a:cubicBezTo>
                  <a:cubicBezTo>
                    <a:pt x="365" y="85"/>
                    <a:pt x="364" y="88"/>
                    <a:pt x="362" y="88"/>
                  </a:cubicBezTo>
                  <a:cubicBezTo>
                    <a:pt x="327" y="92"/>
                    <a:pt x="327" y="92"/>
                    <a:pt x="327" y="92"/>
                  </a:cubicBezTo>
                  <a:cubicBezTo>
                    <a:pt x="327" y="120"/>
                    <a:pt x="327" y="120"/>
                    <a:pt x="327" y="12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16">
              <a:extLst>
                <a:ext uri="{FF2B5EF4-FFF2-40B4-BE49-F238E27FC236}">
                  <a16:creationId xmlns:a16="http://schemas.microsoft.com/office/drawing/2014/main" xmlns="" id="{920C311E-A139-4A9A-B09E-525438E817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56062" y="4887040"/>
              <a:ext cx="365760" cy="457200"/>
            </a:xfrm>
            <a:custGeom>
              <a:avLst/>
              <a:gdLst>
                <a:gd name="T0" fmla="*/ 20 w 396"/>
                <a:gd name="T1" fmla="*/ 354 h 520"/>
                <a:gd name="T2" fmla="*/ 180 w 396"/>
                <a:gd name="T3" fmla="*/ 383 h 520"/>
                <a:gd name="T4" fmla="*/ 170 w 396"/>
                <a:gd name="T5" fmla="*/ 317 h 520"/>
                <a:gd name="T6" fmla="*/ 226 w 396"/>
                <a:gd name="T7" fmla="*/ 307 h 520"/>
                <a:gd name="T8" fmla="*/ 211 w 396"/>
                <a:gd name="T9" fmla="*/ 343 h 520"/>
                <a:gd name="T10" fmla="*/ 262 w 396"/>
                <a:gd name="T11" fmla="*/ 295 h 520"/>
                <a:gd name="T12" fmla="*/ 396 w 396"/>
                <a:gd name="T13" fmla="*/ 389 h 520"/>
                <a:gd name="T14" fmla="*/ 281 w 396"/>
                <a:gd name="T15" fmla="*/ 132 h 520"/>
                <a:gd name="T16" fmla="*/ 288 w 396"/>
                <a:gd name="T17" fmla="*/ 191 h 520"/>
                <a:gd name="T18" fmla="*/ 225 w 396"/>
                <a:gd name="T19" fmla="*/ 289 h 520"/>
                <a:gd name="T20" fmla="*/ 125 w 396"/>
                <a:gd name="T21" fmla="*/ 231 h 520"/>
                <a:gd name="T22" fmla="*/ 114 w 396"/>
                <a:gd name="T23" fmla="*/ 153 h 520"/>
                <a:gd name="T24" fmla="*/ 281 w 396"/>
                <a:gd name="T25" fmla="*/ 132 h 520"/>
                <a:gd name="T26" fmla="*/ 149 w 396"/>
                <a:gd name="T27" fmla="*/ 152 h 520"/>
                <a:gd name="T28" fmla="*/ 250 w 396"/>
                <a:gd name="T29" fmla="*/ 138 h 520"/>
                <a:gd name="T30" fmla="*/ 255 w 396"/>
                <a:gd name="T31" fmla="*/ 164 h 520"/>
                <a:gd name="T32" fmla="*/ 258 w 396"/>
                <a:gd name="T33" fmla="*/ 171 h 520"/>
                <a:gd name="T34" fmla="*/ 268 w 396"/>
                <a:gd name="T35" fmla="*/ 159 h 520"/>
                <a:gd name="T36" fmla="*/ 262 w 396"/>
                <a:gd name="T37" fmla="*/ 220 h 520"/>
                <a:gd name="T38" fmla="*/ 220 w 396"/>
                <a:gd name="T39" fmla="*/ 277 h 520"/>
                <a:gd name="T40" fmla="*/ 136 w 396"/>
                <a:gd name="T41" fmla="*/ 223 h 520"/>
                <a:gd name="T42" fmla="*/ 120 w 396"/>
                <a:gd name="T43" fmla="*/ 190 h 520"/>
                <a:gd name="T44" fmla="*/ 135 w 396"/>
                <a:gd name="T45" fmla="*/ 168 h 520"/>
                <a:gd name="T46" fmla="*/ 141 w 396"/>
                <a:gd name="T47" fmla="*/ 157 h 520"/>
                <a:gd name="T48" fmla="*/ 226 w 396"/>
                <a:gd name="T49" fmla="*/ 2 h 520"/>
                <a:gd name="T50" fmla="*/ 316 w 396"/>
                <a:gd name="T51" fmla="*/ 53 h 520"/>
                <a:gd name="T52" fmla="*/ 274 w 396"/>
                <a:gd name="T53" fmla="*/ 98 h 520"/>
                <a:gd name="T54" fmla="*/ 115 w 396"/>
                <a:gd name="T55" fmla="*/ 124 h 520"/>
                <a:gd name="T56" fmla="*/ 164 w 396"/>
                <a:gd name="T57" fmla="*/ 52 h 520"/>
                <a:gd name="T58" fmla="*/ 260 w 396"/>
                <a:gd name="T59" fmla="*/ 61 h 520"/>
                <a:gd name="T60" fmla="*/ 161 w 396"/>
                <a:gd name="T61" fmla="*/ 47 h 520"/>
                <a:gd name="T62" fmla="*/ 30 w 396"/>
                <a:gd name="T63" fmla="*/ 34 h 520"/>
                <a:gd name="T64" fmla="*/ 327 w 396"/>
                <a:gd name="T65" fmla="*/ 120 h 520"/>
                <a:gd name="T66" fmla="*/ 330 w 396"/>
                <a:gd name="T67" fmla="*/ 128 h 520"/>
                <a:gd name="T68" fmla="*/ 329 w 396"/>
                <a:gd name="T69" fmla="*/ 140 h 520"/>
                <a:gd name="T70" fmla="*/ 336 w 396"/>
                <a:gd name="T71" fmla="*/ 189 h 520"/>
                <a:gd name="T72" fmla="*/ 317 w 396"/>
                <a:gd name="T73" fmla="*/ 145 h 520"/>
                <a:gd name="T74" fmla="*/ 318 w 396"/>
                <a:gd name="T75" fmla="*/ 133 h 520"/>
                <a:gd name="T76" fmla="*/ 318 w 396"/>
                <a:gd name="T77" fmla="*/ 122 h 520"/>
                <a:gd name="T78" fmla="*/ 320 w 396"/>
                <a:gd name="T79" fmla="*/ 49 h 520"/>
                <a:gd name="T80" fmla="*/ 327 w 396"/>
                <a:gd name="T81" fmla="*/ 53 h 520"/>
                <a:gd name="T82" fmla="*/ 362 w 396"/>
                <a:gd name="T83" fmla="*/ 83 h 520"/>
                <a:gd name="T84" fmla="*/ 327 w 396"/>
                <a:gd name="T85" fmla="*/ 92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6" h="520">
                  <a:moveTo>
                    <a:pt x="0" y="389"/>
                  </a:moveTo>
                  <a:cubicBezTo>
                    <a:pt x="5" y="377"/>
                    <a:pt x="12" y="365"/>
                    <a:pt x="20" y="354"/>
                  </a:cubicBezTo>
                  <a:cubicBezTo>
                    <a:pt x="59" y="305"/>
                    <a:pt x="99" y="321"/>
                    <a:pt x="134" y="295"/>
                  </a:cubicBezTo>
                  <a:cubicBezTo>
                    <a:pt x="147" y="328"/>
                    <a:pt x="157" y="354"/>
                    <a:pt x="180" y="383"/>
                  </a:cubicBezTo>
                  <a:cubicBezTo>
                    <a:pt x="185" y="343"/>
                    <a:pt x="185" y="343"/>
                    <a:pt x="185" y="343"/>
                  </a:cubicBezTo>
                  <a:cubicBezTo>
                    <a:pt x="170" y="317"/>
                    <a:pt x="170" y="317"/>
                    <a:pt x="170" y="317"/>
                  </a:cubicBezTo>
                  <a:cubicBezTo>
                    <a:pt x="169" y="314"/>
                    <a:pt x="168" y="310"/>
                    <a:pt x="170" y="307"/>
                  </a:cubicBezTo>
                  <a:cubicBezTo>
                    <a:pt x="184" y="314"/>
                    <a:pt x="211" y="314"/>
                    <a:pt x="226" y="307"/>
                  </a:cubicBezTo>
                  <a:cubicBezTo>
                    <a:pt x="227" y="310"/>
                    <a:pt x="227" y="314"/>
                    <a:pt x="226" y="316"/>
                  </a:cubicBezTo>
                  <a:cubicBezTo>
                    <a:pt x="211" y="343"/>
                    <a:pt x="211" y="343"/>
                    <a:pt x="211" y="343"/>
                  </a:cubicBezTo>
                  <a:cubicBezTo>
                    <a:pt x="216" y="383"/>
                    <a:pt x="216" y="383"/>
                    <a:pt x="216" y="383"/>
                  </a:cubicBezTo>
                  <a:cubicBezTo>
                    <a:pt x="239" y="354"/>
                    <a:pt x="249" y="327"/>
                    <a:pt x="262" y="295"/>
                  </a:cubicBezTo>
                  <a:cubicBezTo>
                    <a:pt x="295" y="319"/>
                    <a:pt x="337" y="306"/>
                    <a:pt x="375" y="354"/>
                  </a:cubicBezTo>
                  <a:cubicBezTo>
                    <a:pt x="384" y="365"/>
                    <a:pt x="391" y="377"/>
                    <a:pt x="396" y="389"/>
                  </a:cubicBezTo>
                  <a:cubicBezTo>
                    <a:pt x="279" y="517"/>
                    <a:pt x="116" y="520"/>
                    <a:pt x="0" y="389"/>
                  </a:cubicBezTo>
                  <a:close/>
                  <a:moveTo>
                    <a:pt x="281" y="132"/>
                  </a:moveTo>
                  <a:cubicBezTo>
                    <a:pt x="282" y="139"/>
                    <a:pt x="282" y="146"/>
                    <a:pt x="282" y="153"/>
                  </a:cubicBezTo>
                  <a:cubicBezTo>
                    <a:pt x="289" y="163"/>
                    <a:pt x="289" y="181"/>
                    <a:pt x="288" y="191"/>
                  </a:cubicBezTo>
                  <a:cubicBezTo>
                    <a:pt x="287" y="203"/>
                    <a:pt x="282" y="224"/>
                    <a:pt x="271" y="231"/>
                  </a:cubicBezTo>
                  <a:cubicBezTo>
                    <a:pt x="265" y="254"/>
                    <a:pt x="247" y="276"/>
                    <a:pt x="225" y="289"/>
                  </a:cubicBezTo>
                  <a:cubicBezTo>
                    <a:pt x="209" y="299"/>
                    <a:pt x="190" y="300"/>
                    <a:pt x="172" y="290"/>
                  </a:cubicBezTo>
                  <a:cubicBezTo>
                    <a:pt x="150" y="277"/>
                    <a:pt x="131" y="255"/>
                    <a:pt x="125" y="231"/>
                  </a:cubicBezTo>
                  <a:cubicBezTo>
                    <a:pt x="113" y="224"/>
                    <a:pt x="109" y="203"/>
                    <a:pt x="108" y="191"/>
                  </a:cubicBezTo>
                  <a:cubicBezTo>
                    <a:pt x="107" y="181"/>
                    <a:pt x="107" y="163"/>
                    <a:pt x="114" y="153"/>
                  </a:cubicBezTo>
                  <a:cubicBezTo>
                    <a:pt x="114" y="146"/>
                    <a:pt x="114" y="139"/>
                    <a:pt x="114" y="132"/>
                  </a:cubicBezTo>
                  <a:cubicBezTo>
                    <a:pt x="169" y="119"/>
                    <a:pt x="226" y="119"/>
                    <a:pt x="281" y="132"/>
                  </a:cubicBezTo>
                  <a:close/>
                  <a:moveTo>
                    <a:pt x="141" y="157"/>
                  </a:moveTo>
                  <a:cubicBezTo>
                    <a:pt x="141" y="151"/>
                    <a:pt x="143" y="151"/>
                    <a:pt x="149" y="152"/>
                  </a:cubicBezTo>
                  <a:cubicBezTo>
                    <a:pt x="163" y="156"/>
                    <a:pt x="227" y="144"/>
                    <a:pt x="243" y="138"/>
                  </a:cubicBezTo>
                  <a:cubicBezTo>
                    <a:pt x="245" y="136"/>
                    <a:pt x="248" y="136"/>
                    <a:pt x="250" y="138"/>
                  </a:cubicBezTo>
                  <a:cubicBezTo>
                    <a:pt x="251" y="140"/>
                    <a:pt x="252" y="142"/>
                    <a:pt x="253" y="144"/>
                  </a:cubicBezTo>
                  <a:cubicBezTo>
                    <a:pt x="254" y="150"/>
                    <a:pt x="254" y="158"/>
                    <a:pt x="255" y="164"/>
                  </a:cubicBezTo>
                  <a:cubicBezTo>
                    <a:pt x="255" y="165"/>
                    <a:pt x="255" y="166"/>
                    <a:pt x="255" y="167"/>
                  </a:cubicBezTo>
                  <a:cubicBezTo>
                    <a:pt x="256" y="171"/>
                    <a:pt x="257" y="172"/>
                    <a:pt x="258" y="171"/>
                  </a:cubicBezTo>
                  <a:cubicBezTo>
                    <a:pt x="260" y="169"/>
                    <a:pt x="261" y="168"/>
                    <a:pt x="262" y="166"/>
                  </a:cubicBezTo>
                  <a:cubicBezTo>
                    <a:pt x="264" y="162"/>
                    <a:pt x="266" y="159"/>
                    <a:pt x="268" y="159"/>
                  </a:cubicBezTo>
                  <a:cubicBezTo>
                    <a:pt x="274" y="159"/>
                    <a:pt x="277" y="173"/>
                    <a:pt x="275" y="190"/>
                  </a:cubicBezTo>
                  <a:cubicBezTo>
                    <a:pt x="274" y="207"/>
                    <a:pt x="268" y="220"/>
                    <a:pt x="262" y="220"/>
                  </a:cubicBezTo>
                  <a:cubicBezTo>
                    <a:pt x="261" y="220"/>
                    <a:pt x="260" y="221"/>
                    <a:pt x="260" y="223"/>
                  </a:cubicBezTo>
                  <a:cubicBezTo>
                    <a:pt x="255" y="246"/>
                    <a:pt x="239" y="267"/>
                    <a:pt x="220" y="277"/>
                  </a:cubicBezTo>
                  <a:cubicBezTo>
                    <a:pt x="204" y="286"/>
                    <a:pt x="194" y="287"/>
                    <a:pt x="177" y="278"/>
                  </a:cubicBezTo>
                  <a:cubicBezTo>
                    <a:pt x="158" y="268"/>
                    <a:pt x="141" y="247"/>
                    <a:pt x="136" y="223"/>
                  </a:cubicBezTo>
                  <a:cubicBezTo>
                    <a:pt x="136" y="221"/>
                    <a:pt x="135" y="220"/>
                    <a:pt x="134" y="220"/>
                  </a:cubicBezTo>
                  <a:cubicBezTo>
                    <a:pt x="128" y="220"/>
                    <a:pt x="122" y="207"/>
                    <a:pt x="120" y="190"/>
                  </a:cubicBezTo>
                  <a:cubicBezTo>
                    <a:pt x="119" y="173"/>
                    <a:pt x="122" y="159"/>
                    <a:pt x="127" y="159"/>
                  </a:cubicBezTo>
                  <a:cubicBezTo>
                    <a:pt x="130" y="159"/>
                    <a:pt x="133" y="163"/>
                    <a:pt x="135" y="168"/>
                  </a:cubicBezTo>
                  <a:cubicBezTo>
                    <a:pt x="136" y="170"/>
                    <a:pt x="139" y="173"/>
                    <a:pt x="140" y="171"/>
                  </a:cubicBezTo>
                  <a:cubicBezTo>
                    <a:pt x="141" y="169"/>
                    <a:pt x="141" y="159"/>
                    <a:pt x="141" y="157"/>
                  </a:cubicBezTo>
                  <a:close/>
                  <a:moveTo>
                    <a:pt x="32" y="28"/>
                  </a:moveTo>
                  <a:cubicBezTo>
                    <a:pt x="226" y="2"/>
                    <a:pt x="226" y="2"/>
                    <a:pt x="226" y="2"/>
                  </a:cubicBezTo>
                  <a:cubicBezTo>
                    <a:pt x="234" y="0"/>
                    <a:pt x="237" y="0"/>
                    <a:pt x="244" y="5"/>
                  </a:cubicBezTo>
                  <a:cubicBezTo>
                    <a:pt x="316" y="53"/>
                    <a:pt x="316" y="53"/>
                    <a:pt x="316" y="53"/>
                  </a:cubicBezTo>
                  <a:cubicBezTo>
                    <a:pt x="316" y="94"/>
                    <a:pt x="316" y="94"/>
                    <a:pt x="316" y="94"/>
                  </a:cubicBezTo>
                  <a:cubicBezTo>
                    <a:pt x="274" y="98"/>
                    <a:pt x="274" y="98"/>
                    <a:pt x="274" y="98"/>
                  </a:cubicBezTo>
                  <a:cubicBezTo>
                    <a:pt x="280" y="124"/>
                    <a:pt x="280" y="124"/>
                    <a:pt x="280" y="124"/>
                  </a:cubicBezTo>
                  <a:cubicBezTo>
                    <a:pt x="226" y="111"/>
                    <a:pt x="170" y="111"/>
                    <a:pt x="115" y="124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30" y="59"/>
                    <a:pt x="146" y="54"/>
                    <a:pt x="164" y="52"/>
                  </a:cubicBezTo>
                  <a:cubicBezTo>
                    <a:pt x="186" y="49"/>
                    <a:pt x="209" y="49"/>
                    <a:pt x="232" y="52"/>
                  </a:cubicBezTo>
                  <a:cubicBezTo>
                    <a:pt x="242" y="53"/>
                    <a:pt x="253" y="56"/>
                    <a:pt x="260" y="61"/>
                  </a:cubicBezTo>
                  <a:cubicBezTo>
                    <a:pt x="251" y="52"/>
                    <a:pt x="242" y="50"/>
                    <a:pt x="227" y="48"/>
                  </a:cubicBezTo>
                  <a:cubicBezTo>
                    <a:pt x="203" y="45"/>
                    <a:pt x="185" y="44"/>
                    <a:pt x="161" y="47"/>
                  </a:cubicBezTo>
                  <a:cubicBezTo>
                    <a:pt x="126" y="52"/>
                    <a:pt x="121" y="65"/>
                    <a:pt x="116" y="89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27" y="31"/>
                    <a:pt x="28" y="29"/>
                    <a:pt x="32" y="28"/>
                  </a:cubicBezTo>
                  <a:close/>
                  <a:moveTo>
                    <a:pt x="327" y="120"/>
                  </a:moveTo>
                  <a:cubicBezTo>
                    <a:pt x="329" y="120"/>
                    <a:pt x="329" y="121"/>
                    <a:pt x="329" y="122"/>
                  </a:cubicBezTo>
                  <a:cubicBezTo>
                    <a:pt x="330" y="128"/>
                    <a:pt x="330" y="128"/>
                    <a:pt x="330" y="128"/>
                  </a:cubicBezTo>
                  <a:cubicBezTo>
                    <a:pt x="330" y="131"/>
                    <a:pt x="329" y="131"/>
                    <a:pt x="329" y="133"/>
                  </a:cubicBezTo>
                  <a:cubicBezTo>
                    <a:pt x="329" y="140"/>
                    <a:pt x="329" y="140"/>
                    <a:pt x="329" y="140"/>
                  </a:cubicBezTo>
                  <a:cubicBezTo>
                    <a:pt x="329" y="142"/>
                    <a:pt x="330" y="142"/>
                    <a:pt x="331" y="145"/>
                  </a:cubicBezTo>
                  <a:cubicBezTo>
                    <a:pt x="336" y="189"/>
                    <a:pt x="336" y="189"/>
                    <a:pt x="336" y="189"/>
                  </a:cubicBezTo>
                  <a:cubicBezTo>
                    <a:pt x="333" y="194"/>
                    <a:pt x="314" y="194"/>
                    <a:pt x="311" y="189"/>
                  </a:cubicBezTo>
                  <a:cubicBezTo>
                    <a:pt x="317" y="145"/>
                    <a:pt x="317" y="145"/>
                    <a:pt x="317" y="145"/>
                  </a:cubicBezTo>
                  <a:cubicBezTo>
                    <a:pt x="317" y="142"/>
                    <a:pt x="318" y="142"/>
                    <a:pt x="318" y="140"/>
                  </a:cubicBezTo>
                  <a:cubicBezTo>
                    <a:pt x="318" y="133"/>
                    <a:pt x="318" y="133"/>
                    <a:pt x="318" y="133"/>
                  </a:cubicBezTo>
                  <a:cubicBezTo>
                    <a:pt x="318" y="131"/>
                    <a:pt x="317" y="131"/>
                    <a:pt x="317" y="128"/>
                  </a:cubicBezTo>
                  <a:cubicBezTo>
                    <a:pt x="318" y="122"/>
                    <a:pt x="318" y="122"/>
                    <a:pt x="318" y="122"/>
                  </a:cubicBezTo>
                  <a:cubicBezTo>
                    <a:pt x="318" y="121"/>
                    <a:pt x="318" y="120"/>
                    <a:pt x="320" y="120"/>
                  </a:cubicBezTo>
                  <a:cubicBezTo>
                    <a:pt x="320" y="49"/>
                    <a:pt x="320" y="49"/>
                    <a:pt x="320" y="49"/>
                  </a:cubicBezTo>
                  <a:cubicBezTo>
                    <a:pt x="323" y="49"/>
                    <a:pt x="323" y="49"/>
                    <a:pt x="323" y="49"/>
                  </a:cubicBezTo>
                  <a:cubicBezTo>
                    <a:pt x="325" y="49"/>
                    <a:pt x="327" y="51"/>
                    <a:pt x="327" y="53"/>
                  </a:cubicBezTo>
                  <a:cubicBezTo>
                    <a:pt x="327" y="60"/>
                    <a:pt x="327" y="60"/>
                    <a:pt x="327" y="60"/>
                  </a:cubicBezTo>
                  <a:cubicBezTo>
                    <a:pt x="362" y="83"/>
                    <a:pt x="362" y="83"/>
                    <a:pt x="362" y="83"/>
                  </a:cubicBezTo>
                  <a:cubicBezTo>
                    <a:pt x="365" y="85"/>
                    <a:pt x="364" y="88"/>
                    <a:pt x="362" y="88"/>
                  </a:cubicBezTo>
                  <a:cubicBezTo>
                    <a:pt x="327" y="92"/>
                    <a:pt x="327" y="92"/>
                    <a:pt x="327" y="92"/>
                  </a:cubicBezTo>
                  <a:cubicBezTo>
                    <a:pt x="327" y="120"/>
                    <a:pt x="327" y="120"/>
                    <a:pt x="327" y="12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08">
              <a:extLst>
                <a:ext uri="{FF2B5EF4-FFF2-40B4-BE49-F238E27FC236}">
                  <a16:creationId xmlns:a16="http://schemas.microsoft.com/office/drawing/2014/main" xmlns="" id="{1E4388C7-9CED-4B45-B902-60F0EBDB1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913" y="4902256"/>
              <a:ext cx="365760" cy="393192"/>
            </a:xfrm>
            <a:custGeom>
              <a:avLst/>
              <a:gdLst>
                <a:gd name="T0" fmla="*/ 164 w 505"/>
                <a:gd name="T1" fmla="*/ 289 h 532"/>
                <a:gd name="T2" fmla="*/ 49 w 505"/>
                <a:gd name="T3" fmla="*/ 338 h 532"/>
                <a:gd name="T4" fmla="*/ 0 w 505"/>
                <a:gd name="T5" fmla="*/ 520 h 532"/>
                <a:gd name="T6" fmla="*/ 0 w 505"/>
                <a:gd name="T7" fmla="*/ 532 h 532"/>
                <a:gd name="T8" fmla="*/ 505 w 505"/>
                <a:gd name="T9" fmla="*/ 532 h 532"/>
                <a:gd name="T10" fmla="*/ 505 w 505"/>
                <a:gd name="T11" fmla="*/ 520 h 532"/>
                <a:gd name="T12" fmla="*/ 456 w 505"/>
                <a:gd name="T13" fmla="*/ 338 h 532"/>
                <a:gd name="T14" fmla="*/ 340 w 505"/>
                <a:gd name="T15" fmla="*/ 289 h 532"/>
                <a:gd name="T16" fmla="*/ 307 w 505"/>
                <a:gd name="T17" fmla="*/ 258 h 532"/>
                <a:gd name="T18" fmla="*/ 340 w 505"/>
                <a:gd name="T19" fmla="*/ 200 h 532"/>
                <a:gd name="T20" fmla="*/ 348 w 505"/>
                <a:gd name="T21" fmla="*/ 196 h 532"/>
                <a:gd name="T22" fmla="*/ 359 w 505"/>
                <a:gd name="T23" fmla="*/ 125 h 532"/>
                <a:gd name="T24" fmla="*/ 354 w 505"/>
                <a:gd name="T25" fmla="*/ 121 h 532"/>
                <a:gd name="T26" fmla="*/ 345 w 505"/>
                <a:gd name="T27" fmla="*/ 49 h 532"/>
                <a:gd name="T28" fmla="*/ 258 w 505"/>
                <a:gd name="T29" fmla="*/ 0 h 532"/>
                <a:gd name="T30" fmla="*/ 246 w 505"/>
                <a:gd name="T31" fmla="*/ 0 h 532"/>
                <a:gd name="T32" fmla="*/ 159 w 505"/>
                <a:gd name="T33" fmla="*/ 49 h 532"/>
                <a:gd name="T34" fmla="*/ 151 w 505"/>
                <a:gd name="T35" fmla="*/ 121 h 532"/>
                <a:gd name="T36" fmla="*/ 146 w 505"/>
                <a:gd name="T37" fmla="*/ 125 h 532"/>
                <a:gd name="T38" fmla="*/ 157 w 505"/>
                <a:gd name="T39" fmla="*/ 196 h 532"/>
                <a:gd name="T40" fmla="*/ 164 w 505"/>
                <a:gd name="T41" fmla="*/ 200 h 532"/>
                <a:gd name="T42" fmla="*/ 197 w 505"/>
                <a:gd name="T43" fmla="*/ 258 h 532"/>
                <a:gd name="T44" fmla="*/ 164 w 505"/>
                <a:gd name="T45" fmla="*/ 289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5" h="532">
                  <a:moveTo>
                    <a:pt x="164" y="289"/>
                  </a:moveTo>
                  <a:cubicBezTo>
                    <a:pt x="49" y="338"/>
                    <a:pt x="49" y="338"/>
                    <a:pt x="49" y="338"/>
                  </a:cubicBezTo>
                  <a:cubicBezTo>
                    <a:pt x="3" y="355"/>
                    <a:pt x="0" y="478"/>
                    <a:pt x="0" y="520"/>
                  </a:cubicBezTo>
                  <a:cubicBezTo>
                    <a:pt x="0" y="532"/>
                    <a:pt x="0" y="532"/>
                    <a:pt x="0" y="532"/>
                  </a:cubicBezTo>
                  <a:cubicBezTo>
                    <a:pt x="505" y="532"/>
                    <a:pt x="505" y="532"/>
                    <a:pt x="505" y="532"/>
                  </a:cubicBezTo>
                  <a:cubicBezTo>
                    <a:pt x="505" y="520"/>
                    <a:pt x="505" y="520"/>
                    <a:pt x="505" y="520"/>
                  </a:cubicBezTo>
                  <a:cubicBezTo>
                    <a:pt x="505" y="478"/>
                    <a:pt x="502" y="355"/>
                    <a:pt x="456" y="338"/>
                  </a:cubicBezTo>
                  <a:cubicBezTo>
                    <a:pt x="340" y="289"/>
                    <a:pt x="340" y="289"/>
                    <a:pt x="340" y="289"/>
                  </a:cubicBezTo>
                  <a:cubicBezTo>
                    <a:pt x="324" y="281"/>
                    <a:pt x="312" y="268"/>
                    <a:pt x="307" y="258"/>
                  </a:cubicBezTo>
                  <a:cubicBezTo>
                    <a:pt x="323" y="241"/>
                    <a:pt x="335" y="219"/>
                    <a:pt x="340" y="200"/>
                  </a:cubicBezTo>
                  <a:cubicBezTo>
                    <a:pt x="348" y="196"/>
                    <a:pt x="348" y="196"/>
                    <a:pt x="348" y="196"/>
                  </a:cubicBezTo>
                  <a:cubicBezTo>
                    <a:pt x="357" y="169"/>
                    <a:pt x="360" y="146"/>
                    <a:pt x="359" y="125"/>
                  </a:cubicBezTo>
                  <a:cubicBezTo>
                    <a:pt x="354" y="121"/>
                    <a:pt x="354" y="121"/>
                    <a:pt x="354" y="121"/>
                  </a:cubicBezTo>
                  <a:cubicBezTo>
                    <a:pt x="355" y="101"/>
                    <a:pt x="355" y="66"/>
                    <a:pt x="345" y="49"/>
                  </a:cubicBezTo>
                  <a:cubicBezTo>
                    <a:pt x="330" y="20"/>
                    <a:pt x="290" y="0"/>
                    <a:pt x="258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15" y="0"/>
                    <a:pt x="175" y="20"/>
                    <a:pt x="159" y="49"/>
                  </a:cubicBezTo>
                  <a:cubicBezTo>
                    <a:pt x="150" y="66"/>
                    <a:pt x="150" y="101"/>
                    <a:pt x="151" y="121"/>
                  </a:cubicBezTo>
                  <a:cubicBezTo>
                    <a:pt x="146" y="125"/>
                    <a:pt x="146" y="125"/>
                    <a:pt x="146" y="125"/>
                  </a:cubicBezTo>
                  <a:cubicBezTo>
                    <a:pt x="144" y="146"/>
                    <a:pt x="147" y="169"/>
                    <a:pt x="157" y="196"/>
                  </a:cubicBezTo>
                  <a:cubicBezTo>
                    <a:pt x="164" y="200"/>
                    <a:pt x="164" y="200"/>
                    <a:pt x="164" y="200"/>
                  </a:cubicBezTo>
                  <a:cubicBezTo>
                    <a:pt x="169" y="219"/>
                    <a:pt x="182" y="241"/>
                    <a:pt x="197" y="258"/>
                  </a:cubicBezTo>
                  <a:cubicBezTo>
                    <a:pt x="193" y="268"/>
                    <a:pt x="181" y="281"/>
                    <a:pt x="164" y="28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08">
              <a:extLst>
                <a:ext uri="{FF2B5EF4-FFF2-40B4-BE49-F238E27FC236}">
                  <a16:creationId xmlns:a16="http://schemas.microsoft.com/office/drawing/2014/main" xmlns="" id="{FCB6D6F2-656B-4754-B19D-DCA77A51B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7764" y="4902256"/>
              <a:ext cx="365760" cy="393192"/>
            </a:xfrm>
            <a:custGeom>
              <a:avLst/>
              <a:gdLst>
                <a:gd name="T0" fmla="*/ 164 w 505"/>
                <a:gd name="T1" fmla="*/ 289 h 532"/>
                <a:gd name="T2" fmla="*/ 49 w 505"/>
                <a:gd name="T3" fmla="*/ 338 h 532"/>
                <a:gd name="T4" fmla="*/ 0 w 505"/>
                <a:gd name="T5" fmla="*/ 520 h 532"/>
                <a:gd name="T6" fmla="*/ 0 w 505"/>
                <a:gd name="T7" fmla="*/ 532 h 532"/>
                <a:gd name="T8" fmla="*/ 505 w 505"/>
                <a:gd name="T9" fmla="*/ 532 h 532"/>
                <a:gd name="T10" fmla="*/ 505 w 505"/>
                <a:gd name="T11" fmla="*/ 520 h 532"/>
                <a:gd name="T12" fmla="*/ 456 w 505"/>
                <a:gd name="T13" fmla="*/ 338 h 532"/>
                <a:gd name="T14" fmla="*/ 340 w 505"/>
                <a:gd name="T15" fmla="*/ 289 h 532"/>
                <a:gd name="T16" fmla="*/ 307 w 505"/>
                <a:gd name="T17" fmla="*/ 258 h 532"/>
                <a:gd name="T18" fmla="*/ 340 w 505"/>
                <a:gd name="T19" fmla="*/ 200 h 532"/>
                <a:gd name="T20" fmla="*/ 348 w 505"/>
                <a:gd name="T21" fmla="*/ 196 h 532"/>
                <a:gd name="T22" fmla="*/ 359 w 505"/>
                <a:gd name="T23" fmla="*/ 125 h 532"/>
                <a:gd name="T24" fmla="*/ 354 w 505"/>
                <a:gd name="T25" fmla="*/ 121 h 532"/>
                <a:gd name="T26" fmla="*/ 345 w 505"/>
                <a:gd name="T27" fmla="*/ 49 h 532"/>
                <a:gd name="T28" fmla="*/ 258 w 505"/>
                <a:gd name="T29" fmla="*/ 0 h 532"/>
                <a:gd name="T30" fmla="*/ 246 w 505"/>
                <a:gd name="T31" fmla="*/ 0 h 532"/>
                <a:gd name="T32" fmla="*/ 159 w 505"/>
                <a:gd name="T33" fmla="*/ 49 h 532"/>
                <a:gd name="T34" fmla="*/ 151 w 505"/>
                <a:gd name="T35" fmla="*/ 121 h 532"/>
                <a:gd name="T36" fmla="*/ 146 w 505"/>
                <a:gd name="T37" fmla="*/ 125 h 532"/>
                <a:gd name="T38" fmla="*/ 157 w 505"/>
                <a:gd name="T39" fmla="*/ 196 h 532"/>
                <a:gd name="T40" fmla="*/ 164 w 505"/>
                <a:gd name="T41" fmla="*/ 200 h 532"/>
                <a:gd name="T42" fmla="*/ 197 w 505"/>
                <a:gd name="T43" fmla="*/ 258 h 532"/>
                <a:gd name="T44" fmla="*/ 164 w 505"/>
                <a:gd name="T45" fmla="*/ 289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5" h="532">
                  <a:moveTo>
                    <a:pt x="164" y="289"/>
                  </a:moveTo>
                  <a:cubicBezTo>
                    <a:pt x="49" y="338"/>
                    <a:pt x="49" y="338"/>
                    <a:pt x="49" y="338"/>
                  </a:cubicBezTo>
                  <a:cubicBezTo>
                    <a:pt x="3" y="355"/>
                    <a:pt x="0" y="478"/>
                    <a:pt x="0" y="520"/>
                  </a:cubicBezTo>
                  <a:cubicBezTo>
                    <a:pt x="0" y="532"/>
                    <a:pt x="0" y="532"/>
                    <a:pt x="0" y="532"/>
                  </a:cubicBezTo>
                  <a:cubicBezTo>
                    <a:pt x="505" y="532"/>
                    <a:pt x="505" y="532"/>
                    <a:pt x="505" y="532"/>
                  </a:cubicBezTo>
                  <a:cubicBezTo>
                    <a:pt x="505" y="520"/>
                    <a:pt x="505" y="520"/>
                    <a:pt x="505" y="520"/>
                  </a:cubicBezTo>
                  <a:cubicBezTo>
                    <a:pt x="505" y="478"/>
                    <a:pt x="502" y="355"/>
                    <a:pt x="456" y="338"/>
                  </a:cubicBezTo>
                  <a:cubicBezTo>
                    <a:pt x="340" y="289"/>
                    <a:pt x="340" y="289"/>
                    <a:pt x="340" y="289"/>
                  </a:cubicBezTo>
                  <a:cubicBezTo>
                    <a:pt x="324" y="281"/>
                    <a:pt x="312" y="268"/>
                    <a:pt x="307" y="258"/>
                  </a:cubicBezTo>
                  <a:cubicBezTo>
                    <a:pt x="323" y="241"/>
                    <a:pt x="335" y="219"/>
                    <a:pt x="340" y="200"/>
                  </a:cubicBezTo>
                  <a:cubicBezTo>
                    <a:pt x="348" y="196"/>
                    <a:pt x="348" y="196"/>
                    <a:pt x="348" y="196"/>
                  </a:cubicBezTo>
                  <a:cubicBezTo>
                    <a:pt x="357" y="169"/>
                    <a:pt x="360" y="146"/>
                    <a:pt x="359" y="125"/>
                  </a:cubicBezTo>
                  <a:cubicBezTo>
                    <a:pt x="354" y="121"/>
                    <a:pt x="354" y="121"/>
                    <a:pt x="354" y="121"/>
                  </a:cubicBezTo>
                  <a:cubicBezTo>
                    <a:pt x="355" y="101"/>
                    <a:pt x="355" y="66"/>
                    <a:pt x="345" y="49"/>
                  </a:cubicBezTo>
                  <a:cubicBezTo>
                    <a:pt x="330" y="20"/>
                    <a:pt x="290" y="0"/>
                    <a:pt x="258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15" y="0"/>
                    <a:pt x="175" y="20"/>
                    <a:pt x="159" y="49"/>
                  </a:cubicBezTo>
                  <a:cubicBezTo>
                    <a:pt x="150" y="66"/>
                    <a:pt x="150" y="101"/>
                    <a:pt x="151" y="121"/>
                  </a:cubicBezTo>
                  <a:cubicBezTo>
                    <a:pt x="146" y="125"/>
                    <a:pt x="146" y="125"/>
                    <a:pt x="146" y="125"/>
                  </a:cubicBezTo>
                  <a:cubicBezTo>
                    <a:pt x="144" y="146"/>
                    <a:pt x="147" y="169"/>
                    <a:pt x="157" y="196"/>
                  </a:cubicBezTo>
                  <a:cubicBezTo>
                    <a:pt x="164" y="200"/>
                    <a:pt x="164" y="200"/>
                    <a:pt x="164" y="200"/>
                  </a:cubicBezTo>
                  <a:cubicBezTo>
                    <a:pt x="169" y="219"/>
                    <a:pt x="182" y="241"/>
                    <a:pt x="197" y="258"/>
                  </a:cubicBezTo>
                  <a:cubicBezTo>
                    <a:pt x="193" y="268"/>
                    <a:pt x="181" y="281"/>
                    <a:pt x="164" y="28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8">
              <a:extLst>
                <a:ext uri="{FF2B5EF4-FFF2-40B4-BE49-F238E27FC236}">
                  <a16:creationId xmlns:a16="http://schemas.microsoft.com/office/drawing/2014/main" xmlns="" id="{83CA4891-C7FC-441A-8743-CD4E795E3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4360" y="5437364"/>
              <a:ext cx="365760" cy="393192"/>
            </a:xfrm>
            <a:custGeom>
              <a:avLst/>
              <a:gdLst>
                <a:gd name="T0" fmla="*/ 164 w 505"/>
                <a:gd name="T1" fmla="*/ 289 h 532"/>
                <a:gd name="T2" fmla="*/ 49 w 505"/>
                <a:gd name="T3" fmla="*/ 338 h 532"/>
                <a:gd name="T4" fmla="*/ 0 w 505"/>
                <a:gd name="T5" fmla="*/ 520 h 532"/>
                <a:gd name="T6" fmla="*/ 0 w 505"/>
                <a:gd name="T7" fmla="*/ 532 h 532"/>
                <a:gd name="T8" fmla="*/ 505 w 505"/>
                <a:gd name="T9" fmla="*/ 532 h 532"/>
                <a:gd name="T10" fmla="*/ 505 w 505"/>
                <a:gd name="T11" fmla="*/ 520 h 532"/>
                <a:gd name="T12" fmla="*/ 456 w 505"/>
                <a:gd name="T13" fmla="*/ 338 h 532"/>
                <a:gd name="T14" fmla="*/ 340 w 505"/>
                <a:gd name="T15" fmla="*/ 289 h 532"/>
                <a:gd name="T16" fmla="*/ 307 w 505"/>
                <a:gd name="T17" fmla="*/ 258 h 532"/>
                <a:gd name="T18" fmla="*/ 340 w 505"/>
                <a:gd name="T19" fmla="*/ 200 h 532"/>
                <a:gd name="T20" fmla="*/ 348 w 505"/>
                <a:gd name="T21" fmla="*/ 196 h 532"/>
                <a:gd name="T22" fmla="*/ 359 w 505"/>
                <a:gd name="T23" fmla="*/ 125 h 532"/>
                <a:gd name="T24" fmla="*/ 354 w 505"/>
                <a:gd name="T25" fmla="*/ 121 h 532"/>
                <a:gd name="T26" fmla="*/ 345 w 505"/>
                <a:gd name="T27" fmla="*/ 49 h 532"/>
                <a:gd name="T28" fmla="*/ 258 w 505"/>
                <a:gd name="T29" fmla="*/ 0 h 532"/>
                <a:gd name="T30" fmla="*/ 246 w 505"/>
                <a:gd name="T31" fmla="*/ 0 h 532"/>
                <a:gd name="T32" fmla="*/ 159 w 505"/>
                <a:gd name="T33" fmla="*/ 49 h 532"/>
                <a:gd name="T34" fmla="*/ 151 w 505"/>
                <a:gd name="T35" fmla="*/ 121 h 532"/>
                <a:gd name="T36" fmla="*/ 146 w 505"/>
                <a:gd name="T37" fmla="*/ 125 h 532"/>
                <a:gd name="T38" fmla="*/ 157 w 505"/>
                <a:gd name="T39" fmla="*/ 196 h 532"/>
                <a:gd name="T40" fmla="*/ 164 w 505"/>
                <a:gd name="T41" fmla="*/ 200 h 532"/>
                <a:gd name="T42" fmla="*/ 197 w 505"/>
                <a:gd name="T43" fmla="*/ 258 h 532"/>
                <a:gd name="T44" fmla="*/ 164 w 505"/>
                <a:gd name="T45" fmla="*/ 289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5" h="532">
                  <a:moveTo>
                    <a:pt x="164" y="289"/>
                  </a:moveTo>
                  <a:cubicBezTo>
                    <a:pt x="49" y="338"/>
                    <a:pt x="49" y="338"/>
                    <a:pt x="49" y="338"/>
                  </a:cubicBezTo>
                  <a:cubicBezTo>
                    <a:pt x="3" y="355"/>
                    <a:pt x="0" y="478"/>
                    <a:pt x="0" y="520"/>
                  </a:cubicBezTo>
                  <a:cubicBezTo>
                    <a:pt x="0" y="532"/>
                    <a:pt x="0" y="532"/>
                    <a:pt x="0" y="532"/>
                  </a:cubicBezTo>
                  <a:cubicBezTo>
                    <a:pt x="505" y="532"/>
                    <a:pt x="505" y="532"/>
                    <a:pt x="505" y="532"/>
                  </a:cubicBezTo>
                  <a:cubicBezTo>
                    <a:pt x="505" y="520"/>
                    <a:pt x="505" y="520"/>
                    <a:pt x="505" y="520"/>
                  </a:cubicBezTo>
                  <a:cubicBezTo>
                    <a:pt x="505" y="478"/>
                    <a:pt x="502" y="355"/>
                    <a:pt x="456" y="338"/>
                  </a:cubicBezTo>
                  <a:cubicBezTo>
                    <a:pt x="340" y="289"/>
                    <a:pt x="340" y="289"/>
                    <a:pt x="340" y="289"/>
                  </a:cubicBezTo>
                  <a:cubicBezTo>
                    <a:pt x="324" y="281"/>
                    <a:pt x="312" y="268"/>
                    <a:pt x="307" y="258"/>
                  </a:cubicBezTo>
                  <a:cubicBezTo>
                    <a:pt x="323" y="241"/>
                    <a:pt x="335" y="219"/>
                    <a:pt x="340" y="200"/>
                  </a:cubicBezTo>
                  <a:cubicBezTo>
                    <a:pt x="348" y="196"/>
                    <a:pt x="348" y="196"/>
                    <a:pt x="348" y="196"/>
                  </a:cubicBezTo>
                  <a:cubicBezTo>
                    <a:pt x="357" y="169"/>
                    <a:pt x="360" y="146"/>
                    <a:pt x="359" y="125"/>
                  </a:cubicBezTo>
                  <a:cubicBezTo>
                    <a:pt x="354" y="121"/>
                    <a:pt x="354" y="121"/>
                    <a:pt x="354" y="121"/>
                  </a:cubicBezTo>
                  <a:cubicBezTo>
                    <a:pt x="355" y="101"/>
                    <a:pt x="355" y="66"/>
                    <a:pt x="345" y="49"/>
                  </a:cubicBezTo>
                  <a:cubicBezTo>
                    <a:pt x="330" y="20"/>
                    <a:pt x="290" y="0"/>
                    <a:pt x="258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15" y="0"/>
                    <a:pt x="175" y="20"/>
                    <a:pt x="159" y="49"/>
                  </a:cubicBezTo>
                  <a:cubicBezTo>
                    <a:pt x="150" y="66"/>
                    <a:pt x="150" y="101"/>
                    <a:pt x="151" y="121"/>
                  </a:cubicBezTo>
                  <a:cubicBezTo>
                    <a:pt x="146" y="125"/>
                    <a:pt x="146" y="125"/>
                    <a:pt x="146" y="125"/>
                  </a:cubicBezTo>
                  <a:cubicBezTo>
                    <a:pt x="144" y="146"/>
                    <a:pt x="147" y="169"/>
                    <a:pt x="157" y="196"/>
                  </a:cubicBezTo>
                  <a:cubicBezTo>
                    <a:pt x="164" y="200"/>
                    <a:pt x="164" y="200"/>
                    <a:pt x="164" y="200"/>
                  </a:cubicBezTo>
                  <a:cubicBezTo>
                    <a:pt x="169" y="219"/>
                    <a:pt x="182" y="241"/>
                    <a:pt x="197" y="258"/>
                  </a:cubicBezTo>
                  <a:cubicBezTo>
                    <a:pt x="193" y="268"/>
                    <a:pt x="181" y="281"/>
                    <a:pt x="164" y="28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8">
              <a:extLst>
                <a:ext uri="{FF2B5EF4-FFF2-40B4-BE49-F238E27FC236}">
                  <a16:creationId xmlns:a16="http://schemas.microsoft.com/office/drawing/2014/main" xmlns="" id="{8B7F8DB0-5101-4C97-893E-404711813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1351" y="5437364"/>
              <a:ext cx="365760" cy="393192"/>
            </a:xfrm>
            <a:custGeom>
              <a:avLst/>
              <a:gdLst>
                <a:gd name="T0" fmla="*/ 164 w 505"/>
                <a:gd name="T1" fmla="*/ 289 h 532"/>
                <a:gd name="T2" fmla="*/ 49 w 505"/>
                <a:gd name="T3" fmla="*/ 338 h 532"/>
                <a:gd name="T4" fmla="*/ 0 w 505"/>
                <a:gd name="T5" fmla="*/ 520 h 532"/>
                <a:gd name="T6" fmla="*/ 0 w 505"/>
                <a:gd name="T7" fmla="*/ 532 h 532"/>
                <a:gd name="T8" fmla="*/ 505 w 505"/>
                <a:gd name="T9" fmla="*/ 532 h 532"/>
                <a:gd name="T10" fmla="*/ 505 w 505"/>
                <a:gd name="T11" fmla="*/ 520 h 532"/>
                <a:gd name="T12" fmla="*/ 456 w 505"/>
                <a:gd name="T13" fmla="*/ 338 h 532"/>
                <a:gd name="T14" fmla="*/ 340 w 505"/>
                <a:gd name="T15" fmla="*/ 289 h 532"/>
                <a:gd name="T16" fmla="*/ 307 w 505"/>
                <a:gd name="T17" fmla="*/ 258 h 532"/>
                <a:gd name="T18" fmla="*/ 340 w 505"/>
                <a:gd name="T19" fmla="*/ 200 h 532"/>
                <a:gd name="T20" fmla="*/ 348 w 505"/>
                <a:gd name="T21" fmla="*/ 196 h 532"/>
                <a:gd name="T22" fmla="*/ 359 w 505"/>
                <a:gd name="T23" fmla="*/ 125 h 532"/>
                <a:gd name="T24" fmla="*/ 354 w 505"/>
                <a:gd name="T25" fmla="*/ 121 h 532"/>
                <a:gd name="T26" fmla="*/ 345 w 505"/>
                <a:gd name="T27" fmla="*/ 49 h 532"/>
                <a:gd name="T28" fmla="*/ 258 w 505"/>
                <a:gd name="T29" fmla="*/ 0 h 532"/>
                <a:gd name="T30" fmla="*/ 246 w 505"/>
                <a:gd name="T31" fmla="*/ 0 h 532"/>
                <a:gd name="T32" fmla="*/ 159 w 505"/>
                <a:gd name="T33" fmla="*/ 49 h 532"/>
                <a:gd name="T34" fmla="*/ 151 w 505"/>
                <a:gd name="T35" fmla="*/ 121 h 532"/>
                <a:gd name="T36" fmla="*/ 146 w 505"/>
                <a:gd name="T37" fmla="*/ 125 h 532"/>
                <a:gd name="T38" fmla="*/ 157 w 505"/>
                <a:gd name="T39" fmla="*/ 196 h 532"/>
                <a:gd name="T40" fmla="*/ 164 w 505"/>
                <a:gd name="T41" fmla="*/ 200 h 532"/>
                <a:gd name="T42" fmla="*/ 197 w 505"/>
                <a:gd name="T43" fmla="*/ 258 h 532"/>
                <a:gd name="T44" fmla="*/ 164 w 505"/>
                <a:gd name="T45" fmla="*/ 289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5" h="532">
                  <a:moveTo>
                    <a:pt x="164" y="289"/>
                  </a:moveTo>
                  <a:cubicBezTo>
                    <a:pt x="49" y="338"/>
                    <a:pt x="49" y="338"/>
                    <a:pt x="49" y="338"/>
                  </a:cubicBezTo>
                  <a:cubicBezTo>
                    <a:pt x="3" y="355"/>
                    <a:pt x="0" y="478"/>
                    <a:pt x="0" y="520"/>
                  </a:cubicBezTo>
                  <a:cubicBezTo>
                    <a:pt x="0" y="532"/>
                    <a:pt x="0" y="532"/>
                    <a:pt x="0" y="532"/>
                  </a:cubicBezTo>
                  <a:cubicBezTo>
                    <a:pt x="505" y="532"/>
                    <a:pt x="505" y="532"/>
                    <a:pt x="505" y="532"/>
                  </a:cubicBezTo>
                  <a:cubicBezTo>
                    <a:pt x="505" y="520"/>
                    <a:pt x="505" y="520"/>
                    <a:pt x="505" y="520"/>
                  </a:cubicBezTo>
                  <a:cubicBezTo>
                    <a:pt x="505" y="478"/>
                    <a:pt x="502" y="355"/>
                    <a:pt x="456" y="338"/>
                  </a:cubicBezTo>
                  <a:cubicBezTo>
                    <a:pt x="340" y="289"/>
                    <a:pt x="340" y="289"/>
                    <a:pt x="340" y="289"/>
                  </a:cubicBezTo>
                  <a:cubicBezTo>
                    <a:pt x="324" y="281"/>
                    <a:pt x="312" y="268"/>
                    <a:pt x="307" y="258"/>
                  </a:cubicBezTo>
                  <a:cubicBezTo>
                    <a:pt x="323" y="241"/>
                    <a:pt x="335" y="219"/>
                    <a:pt x="340" y="200"/>
                  </a:cubicBezTo>
                  <a:cubicBezTo>
                    <a:pt x="348" y="196"/>
                    <a:pt x="348" y="196"/>
                    <a:pt x="348" y="196"/>
                  </a:cubicBezTo>
                  <a:cubicBezTo>
                    <a:pt x="357" y="169"/>
                    <a:pt x="360" y="146"/>
                    <a:pt x="359" y="125"/>
                  </a:cubicBezTo>
                  <a:cubicBezTo>
                    <a:pt x="354" y="121"/>
                    <a:pt x="354" y="121"/>
                    <a:pt x="354" y="121"/>
                  </a:cubicBezTo>
                  <a:cubicBezTo>
                    <a:pt x="355" y="101"/>
                    <a:pt x="355" y="66"/>
                    <a:pt x="345" y="49"/>
                  </a:cubicBezTo>
                  <a:cubicBezTo>
                    <a:pt x="330" y="20"/>
                    <a:pt x="290" y="0"/>
                    <a:pt x="258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15" y="0"/>
                    <a:pt x="175" y="20"/>
                    <a:pt x="159" y="49"/>
                  </a:cubicBezTo>
                  <a:cubicBezTo>
                    <a:pt x="150" y="66"/>
                    <a:pt x="150" y="101"/>
                    <a:pt x="151" y="121"/>
                  </a:cubicBezTo>
                  <a:cubicBezTo>
                    <a:pt x="146" y="125"/>
                    <a:pt x="146" y="125"/>
                    <a:pt x="146" y="125"/>
                  </a:cubicBezTo>
                  <a:cubicBezTo>
                    <a:pt x="144" y="146"/>
                    <a:pt x="147" y="169"/>
                    <a:pt x="157" y="196"/>
                  </a:cubicBezTo>
                  <a:cubicBezTo>
                    <a:pt x="164" y="200"/>
                    <a:pt x="164" y="200"/>
                    <a:pt x="164" y="200"/>
                  </a:cubicBezTo>
                  <a:cubicBezTo>
                    <a:pt x="169" y="219"/>
                    <a:pt x="182" y="241"/>
                    <a:pt x="197" y="258"/>
                  </a:cubicBezTo>
                  <a:cubicBezTo>
                    <a:pt x="193" y="268"/>
                    <a:pt x="181" y="281"/>
                    <a:pt x="164" y="28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8">
              <a:extLst>
                <a:ext uri="{FF2B5EF4-FFF2-40B4-BE49-F238E27FC236}">
                  <a16:creationId xmlns:a16="http://schemas.microsoft.com/office/drawing/2014/main" xmlns="" id="{7115BC3F-385A-4F00-A615-23FDD3190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5807" y="5437364"/>
              <a:ext cx="365760" cy="393192"/>
            </a:xfrm>
            <a:custGeom>
              <a:avLst/>
              <a:gdLst>
                <a:gd name="T0" fmla="*/ 164 w 505"/>
                <a:gd name="T1" fmla="*/ 289 h 532"/>
                <a:gd name="T2" fmla="*/ 49 w 505"/>
                <a:gd name="T3" fmla="*/ 338 h 532"/>
                <a:gd name="T4" fmla="*/ 0 w 505"/>
                <a:gd name="T5" fmla="*/ 520 h 532"/>
                <a:gd name="T6" fmla="*/ 0 w 505"/>
                <a:gd name="T7" fmla="*/ 532 h 532"/>
                <a:gd name="T8" fmla="*/ 505 w 505"/>
                <a:gd name="T9" fmla="*/ 532 h 532"/>
                <a:gd name="T10" fmla="*/ 505 w 505"/>
                <a:gd name="T11" fmla="*/ 520 h 532"/>
                <a:gd name="T12" fmla="*/ 456 w 505"/>
                <a:gd name="T13" fmla="*/ 338 h 532"/>
                <a:gd name="T14" fmla="*/ 340 w 505"/>
                <a:gd name="T15" fmla="*/ 289 h 532"/>
                <a:gd name="T16" fmla="*/ 307 w 505"/>
                <a:gd name="T17" fmla="*/ 258 h 532"/>
                <a:gd name="T18" fmla="*/ 340 w 505"/>
                <a:gd name="T19" fmla="*/ 200 h 532"/>
                <a:gd name="T20" fmla="*/ 348 w 505"/>
                <a:gd name="T21" fmla="*/ 196 h 532"/>
                <a:gd name="T22" fmla="*/ 359 w 505"/>
                <a:gd name="T23" fmla="*/ 125 h 532"/>
                <a:gd name="T24" fmla="*/ 354 w 505"/>
                <a:gd name="T25" fmla="*/ 121 h 532"/>
                <a:gd name="T26" fmla="*/ 345 w 505"/>
                <a:gd name="T27" fmla="*/ 49 h 532"/>
                <a:gd name="T28" fmla="*/ 258 w 505"/>
                <a:gd name="T29" fmla="*/ 0 h 532"/>
                <a:gd name="T30" fmla="*/ 246 w 505"/>
                <a:gd name="T31" fmla="*/ 0 h 532"/>
                <a:gd name="T32" fmla="*/ 159 w 505"/>
                <a:gd name="T33" fmla="*/ 49 h 532"/>
                <a:gd name="T34" fmla="*/ 151 w 505"/>
                <a:gd name="T35" fmla="*/ 121 h 532"/>
                <a:gd name="T36" fmla="*/ 146 w 505"/>
                <a:gd name="T37" fmla="*/ 125 h 532"/>
                <a:gd name="T38" fmla="*/ 157 w 505"/>
                <a:gd name="T39" fmla="*/ 196 h 532"/>
                <a:gd name="T40" fmla="*/ 164 w 505"/>
                <a:gd name="T41" fmla="*/ 200 h 532"/>
                <a:gd name="T42" fmla="*/ 197 w 505"/>
                <a:gd name="T43" fmla="*/ 258 h 532"/>
                <a:gd name="T44" fmla="*/ 164 w 505"/>
                <a:gd name="T45" fmla="*/ 289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5" h="532">
                  <a:moveTo>
                    <a:pt x="164" y="289"/>
                  </a:moveTo>
                  <a:cubicBezTo>
                    <a:pt x="49" y="338"/>
                    <a:pt x="49" y="338"/>
                    <a:pt x="49" y="338"/>
                  </a:cubicBezTo>
                  <a:cubicBezTo>
                    <a:pt x="3" y="355"/>
                    <a:pt x="0" y="478"/>
                    <a:pt x="0" y="520"/>
                  </a:cubicBezTo>
                  <a:cubicBezTo>
                    <a:pt x="0" y="532"/>
                    <a:pt x="0" y="532"/>
                    <a:pt x="0" y="532"/>
                  </a:cubicBezTo>
                  <a:cubicBezTo>
                    <a:pt x="505" y="532"/>
                    <a:pt x="505" y="532"/>
                    <a:pt x="505" y="532"/>
                  </a:cubicBezTo>
                  <a:cubicBezTo>
                    <a:pt x="505" y="520"/>
                    <a:pt x="505" y="520"/>
                    <a:pt x="505" y="520"/>
                  </a:cubicBezTo>
                  <a:cubicBezTo>
                    <a:pt x="505" y="478"/>
                    <a:pt x="502" y="355"/>
                    <a:pt x="456" y="338"/>
                  </a:cubicBezTo>
                  <a:cubicBezTo>
                    <a:pt x="340" y="289"/>
                    <a:pt x="340" y="289"/>
                    <a:pt x="340" y="289"/>
                  </a:cubicBezTo>
                  <a:cubicBezTo>
                    <a:pt x="324" y="281"/>
                    <a:pt x="312" y="268"/>
                    <a:pt x="307" y="258"/>
                  </a:cubicBezTo>
                  <a:cubicBezTo>
                    <a:pt x="323" y="241"/>
                    <a:pt x="335" y="219"/>
                    <a:pt x="340" y="200"/>
                  </a:cubicBezTo>
                  <a:cubicBezTo>
                    <a:pt x="348" y="196"/>
                    <a:pt x="348" y="196"/>
                    <a:pt x="348" y="196"/>
                  </a:cubicBezTo>
                  <a:cubicBezTo>
                    <a:pt x="357" y="169"/>
                    <a:pt x="360" y="146"/>
                    <a:pt x="359" y="125"/>
                  </a:cubicBezTo>
                  <a:cubicBezTo>
                    <a:pt x="354" y="121"/>
                    <a:pt x="354" y="121"/>
                    <a:pt x="354" y="121"/>
                  </a:cubicBezTo>
                  <a:cubicBezTo>
                    <a:pt x="355" y="101"/>
                    <a:pt x="355" y="66"/>
                    <a:pt x="345" y="49"/>
                  </a:cubicBezTo>
                  <a:cubicBezTo>
                    <a:pt x="330" y="20"/>
                    <a:pt x="290" y="0"/>
                    <a:pt x="258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15" y="0"/>
                    <a:pt x="175" y="20"/>
                    <a:pt x="159" y="49"/>
                  </a:cubicBezTo>
                  <a:cubicBezTo>
                    <a:pt x="150" y="66"/>
                    <a:pt x="150" y="101"/>
                    <a:pt x="151" y="121"/>
                  </a:cubicBezTo>
                  <a:cubicBezTo>
                    <a:pt x="146" y="125"/>
                    <a:pt x="146" y="125"/>
                    <a:pt x="146" y="125"/>
                  </a:cubicBezTo>
                  <a:cubicBezTo>
                    <a:pt x="144" y="146"/>
                    <a:pt x="147" y="169"/>
                    <a:pt x="157" y="196"/>
                  </a:cubicBezTo>
                  <a:cubicBezTo>
                    <a:pt x="164" y="200"/>
                    <a:pt x="164" y="200"/>
                    <a:pt x="164" y="200"/>
                  </a:cubicBezTo>
                  <a:cubicBezTo>
                    <a:pt x="169" y="219"/>
                    <a:pt x="182" y="241"/>
                    <a:pt x="197" y="258"/>
                  </a:cubicBezTo>
                  <a:cubicBezTo>
                    <a:pt x="193" y="268"/>
                    <a:pt x="181" y="281"/>
                    <a:pt x="164" y="28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08">
              <a:extLst>
                <a:ext uri="{FF2B5EF4-FFF2-40B4-BE49-F238E27FC236}">
                  <a16:creationId xmlns:a16="http://schemas.microsoft.com/office/drawing/2014/main" xmlns="" id="{B454DAE2-BE4A-4F73-BCF6-BDF33FA9D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913" y="5437364"/>
              <a:ext cx="365760" cy="393192"/>
            </a:xfrm>
            <a:custGeom>
              <a:avLst/>
              <a:gdLst>
                <a:gd name="T0" fmla="*/ 164 w 505"/>
                <a:gd name="T1" fmla="*/ 289 h 532"/>
                <a:gd name="T2" fmla="*/ 49 w 505"/>
                <a:gd name="T3" fmla="*/ 338 h 532"/>
                <a:gd name="T4" fmla="*/ 0 w 505"/>
                <a:gd name="T5" fmla="*/ 520 h 532"/>
                <a:gd name="T6" fmla="*/ 0 w 505"/>
                <a:gd name="T7" fmla="*/ 532 h 532"/>
                <a:gd name="T8" fmla="*/ 505 w 505"/>
                <a:gd name="T9" fmla="*/ 532 h 532"/>
                <a:gd name="T10" fmla="*/ 505 w 505"/>
                <a:gd name="T11" fmla="*/ 520 h 532"/>
                <a:gd name="T12" fmla="*/ 456 w 505"/>
                <a:gd name="T13" fmla="*/ 338 h 532"/>
                <a:gd name="T14" fmla="*/ 340 w 505"/>
                <a:gd name="T15" fmla="*/ 289 h 532"/>
                <a:gd name="T16" fmla="*/ 307 w 505"/>
                <a:gd name="T17" fmla="*/ 258 h 532"/>
                <a:gd name="T18" fmla="*/ 340 w 505"/>
                <a:gd name="T19" fmla="*/ 200 h 532"/>
                <a:gd name="T20" fmla="*/ 348 w 505"/>
                <a:gd name="T21" fmla="*/ 196 h 532"/>
                <a:gd name="T22" fmla="*/ 359 w 505"/>
                <a:gd name="T23" fmla="*/ 125 h 532"/>
                <a:gd name="T24" fmla="*/ 354 w 505"/>
                <a:gd name="T25" fmla="*/ 121 h 532"/>
                <a:gd name="T26" fmla="*/ 345 w 505"/>
                <a:gd name="T27" fmla="*/ 49 h 532"/>
                <a:gd name="T28" fmla="*/ 258 w 505"/>
                <a:gd name="T29" fmla="*/ 0 h 532"/>
                <a:gd name="T30" fmla="*/ 246 w 505"/>
                <a:gd name="T31" fmla="*/ 0 h 532"/>
                <a:gd name="T32" fmla="*/ 159 w 505"/>
                <a:gd name="T33" fmla="*/ 49 h 532"/>
                <a:gd name="T34" fmla="*/ 151 w 505"/>
                <a:gd name="T35" fmla="*/ 121 h 532"/>
                <a:gd name="T36" fmla="*/ 146 w 505"/>
                <a:gd name="T37" fmla="*/ 125 h 532"/>
                <a:gd name="T38" fmla="*/ 157 w 505"/>
                <a:gd name="T39" fmla="*/ 196 h 532"/>
                <a:gd name="T40" fmla="*/ 164 w 505"/>
                <a:gd name="T41" fmla="*/ 200 h 532"/>
                <a:gd name="T42" fmla="*/ 197 w 505"/>
                <a:gd name="T43" fmla="*/ 258 h 532"/>
                <a:gd name="T44" fmla="*/ 164 w 505"/>
                <a:gd name="T45" fmla="*/ 289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5" h="532">
                  <a:moveTo>
                    <a:pt x="164" y="289"/>
                  </a:moveTo>
                  <a:cubicBezTo>
                    <a:pt x="49" y="338"/>
                    <a:pt x="49" y="338"/>
                    <a:pt x="49" y="338"/>
                  </a:cubicBezTo>
                  <a:cubicBezTo>
                    <a:pt x="3" y="355"/>
                    <a:pt x="0" y="478"/>
                    <a:pt x="0" y="520"/>
                  </a:cubicBezTo>
                  <a:cubicBezTo>
                    <a:pt x="0" y="532"/>
                    <a:pt x="0" y="532"/>
                    <a:pt x="0" y="532"/>
                  </a:cubicBezTo>
                  <a:cubicBezTo>
                    <a:pt x="505" y="532"/>
                    <a:pt x="505" y="532"/>
                    <a:pt x="505" y="532"/>
                  </a:cubicBezTo>
                  <a:cubicBezTo>
                    <a:pt x="505" y="520"/>
                    <a:pt x="505" y="520"/>
                    <a:pt x="505" y="520"/>
                  </a:cubicBezTo>
                  <a:cubicBezTo>
                    <a:pt x="505" y="478"/>
                    <a:pt x="502" y="355"/>
                    <a:pt x="456" y="338"/>
                  </a:cubicBezTo>
                  <a:cubicBezTo>
                    <a:pt x="340" y="289"/>
                    <a:pt x="340" y="289"/>
                    <a:pt x="340" y="289"/>
                  </a:cubicBezTo>
                  <a:cubicBezTo>
                    <a:pt x="324" y="281"/>
                    <a:pt x="312" y="268"/>
                    <a:pt x="307" y="258"/>
                  </a:cubicBezTo>
                  <a:cubicBezTo>
                    <a:pt x="323" y="241"/>
                    <a:pt x="335" y="219"/>
                    <a:pt x="340" y="200"/>
                  </a:cubicBezTo>
                  <a:cubicBezTo>
                    <a:pt x="348" y="196"/>
                    <a:pt x="348" y="196"/>
                    <a:pt x="348" y="196"/>
                  </a:cubicBezTo>
                  <a:cubicBezTo>
                    <a:pt x="357" y="169"/>
                    <a:pt x="360" y="146"/>
                    <a:pt x="359" y="125"/>
                  </a:cubicBezTo>
                  <a:cubicBezTo>
                    <a:pt x="354" y="121"/>
                    <a:pt x="354" y="121"/>
                    <a:pt x="354" y="121"/>
                  </a:cubicBezTo>
                  <a:cubicBezTo>
                    <a:pt x="355" y="101"/>
                    <a:pt x="355" y="66"/>
                    <a:pt x="345" y="49"/>
                  </a:cubicBezTo>
                  <a:cubicBezTo>
                    <a:pt x="330" y="20"/>
                    <a:pt x="290" y="0"/>
                    <a:pt x="258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15" y="0"/>
                    <a:pt x="175" y="20"/>
                    <a:pt x="159" y="49"/>
                  </a:cubicBezTo>
                  <a:cubicBezTo>
                    <a:pt x="150" y="66"/>
                    <a:pt x="150" y="101"/>
                    <a:pt x="151" y="121"/>
                  </a:cubicBezTo>
                  <a:cubicBezTo>
                    <a:pt x="146" y="125"/>
                    <a:pt x="146" y="125"/>
                    <a:pt x="146" y="125"/>
                  </a:cubicBezTo>
                  <a:cubicBezTo>
                    <a:pt x="144" y="146"/>
                    <a:pt x="147" y="169"/>
                    <a:pt x="157" y="196"/>
                  </a:cubicBezTo>
                  <a:cubicBezTo>
                    <a:pt x="164" y="200"/>
                    <a:pt x="164" y="200"/>
                    <a:pt x="164" y="200"/>
                  </a:cubicBezTo>
                  <a:cubicBezTo>
                    <a:pt x="169" y="219"/>
                    <a:pt x="182" y="241"/>
                    <a:pt x="197" y="258"/>
                  </a:cubicBezTo>
                  <a:cubicBezTo>
                    <a:pt x="193" y="268"/>
                    <a:pt x="181" y="281"/>
                    <a:pt x="164" y="28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8">
              <a:extLst>
                <a:ext uri="{FF2B5EF4-FFF2-40B4-BE49-F238E27FC236}">
                  <a16:creationId xmlns:a16="http://schemas.microsoft.com/office/drawing/2014/main" xmlns="" id="{8D12EEC8-B680-42C6-AD82-344981599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7764" y="5437364"/>
              <a:ext cx="365760" cy="393192"/>
            </a:xfrm>
            <a:custGeom>
              <a:avLst/>
              <a:gdLst>
                <a:gd name="T0" fmla="*/ 164 w 505"/>
                <a:gd name="T1" fmla="*/ 289 h 532"/>
                <a:gd name="T2" fmla="*/ 49 w 505"/>
                <a:gd name="T3" fmla="*/ 338 h 532"/>
                <a:gd name="T4" fmla="*/ 0 w 505"/>
                <a:gd name="T5" fmla="*/ 520 h 532"/>
                <a:gd name="T6" fmla="*/ 0 w 505"/>
                <a:gd name="T7" fmla="*/ 532 h 532"/>
                <a:gd name="T8" fmla="*/ 505 w 505"/>
                <a:gd name="T9" fmla="*/ 532 h 532"/>
                <a:gd name="T10" fmla="*/ 505 w 505"/>
                <a:gd name="T11" fmla="*/ 520 h 532"/>
                <a:gd name="T12" fmla="*/ 456 w 505"/>
                <a:gd name="T13" fmla="*/ 338 h 532"/>
                <a:gd name="T14" fmla="*/ 340 w 505"/>
                <a:gd name="T15" fmla="*/ 289 h 532"/>
                <a:gd name="T16" fmla="*/ 307 w 505"/>
                <a:gd name="T17" fmla="*/ 258 h 532"/>
                <a:gd name="T18" fmla="*/ 340 w 505"/>
                <a:gd name="T19" fmla="*/ 200 h 532"/>
                <a:gd name="T20" fmla="*/ 348 w 505"/>
                <a:gd name="T21" fmla="*/ 196 h 532"/>
                <a:gd name="T22" fmla="*/ 359 w 505"/>
                <a:gd name="T23" fmla="*/ 125 h 532"/>
                <a:gd name="T24" fmla="*/ 354 w 505"/>
                <a:gd name="T25" fmla="*/ 121 h 532"/>
                <a:gd name="T26" fmla="*/ 345 w 505"/>
                <a:gd name="T27" fmla="*/ 49 h 532"/>
                <a:gd name="T28" fmla="*/ 258 w 505"/>
                <a:gd name="T29" fmla="*/ 0 h 532"/>
                <a:gd name="T30" fmla="*/ 246 w 505"/>
                <a:gd name="T31" fmla="*/ 0 h 532"/>
                <a:gd name="T32" fmla="*/ 159 w 505"/>
                <a:gd name="T33" fmla="*/ 49 h 532"/>
                <a:gd name="T34" fmla="*/ 151 w 505"/>
                <a:gd name="T35" fmla="*/ 121 h 532"/>
                <a:gd name="T36" fmla="*/ 146 w 505"/>
                <a:gd name="T37" fmla="*/ 125 h 532"/>
                <a:gd name="T38" fmla="*/ 157 w 505"/>
                <a:gd name="T39" fmla="*/ 196 h 532"/>
                <a:gd name="T40" fmla="*/ 164 w 505"/>
                <a:gd name="T41" fmla="*/ 200 h 532"/>
                <a:gd name="T42" fmla="*/ 197 w 505"/>
                <a:gd name="T43" fmla="*/ 258 h 532"/>
                <a:gd name="T44" fmla="*/ 164 w 505"/>
                <a:gd name="T45" fmla="*/ 289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5" h="532">
                  <a:moveTo>
                    <a:pt x="164" y="289"/>
                  </a:moveTo>
                  <a:cubicBezTo>
                    <a:pt x="49" y="338"/>
                    <a:pt x="49" y="338"/>
                    <a:pt x="49" y="338"/>
                  </a:cubicBezTo>
                  <a:cubicBezTo>
                    <a:pt x="3" y="355"/>
                    <a:pt x="0" y="478"/>
                    <a:pt x="0" y="520"/>
                  </a:cubicBezTo>
                  <a:cubicBezTo>
                    <a:pt x="0" y="532"/>
                    <a:pt x="0" y="532"/>
                    <a:pt x="0" y="532"/>
                  </a:cubicBezTo>
                  <a:cubicBezTo>
                    <a:pt x="505" y="532"/>
                    <a:pt x="505" y="532"/>
                    <a:pt x="505" y="532"/>
                  </a:cubicBezTo>
                  <a:cubicBezTo>
                    <a:pt x="505" y="520"/>
                    <a:pt x="505" y="520"/>
                    <a:pt x="505" y="520"/>
                  </a:cubicBezTo>
                  <a:cubicBezTo>
                    <a:pt x="505" y="478"/>
                    <a:pt x="502" y="355"/>
                    <a:pt x="456" y="338"/>
                  </a:cubicBezTo>
                  <a:cubicBezTo>
                    <a:pt x="340" y="289"/>
                    <a:pt x="340" y="289"/>
                    <a:pt x="340" y="289"/>
                  </a:cubicBezTo>
                  <a:cubicBezTo>
                    <a:pt x="324" y="281"/>
                    <a:pt x="312" y="268"/>
                    <a:pt x="307" y="258"/>
                  </a:cubicBezTo>
                  <a:cubicBezTo>
                    <a:pt x="323" y="241"/>
                    <a:pt x="335" y="219"/>
                    <a:pt x="340" y="200"/>
                  </a:cubicBezTo>
                  <a:cubicBezTo>
                    <a:pt x="348" y="196"/>
                    <a:pt x="348" y="196"/>
                    <a:pt x="348" y="196"/>
                  </a:cubicBezTo>
                  <a:cubicBezTo>
                    <a:pt x="357" y="169"/>
                    <a:pt x="360" y="146"/>
                    <a:pt x="359" y="125"/>
                  </a:cubicBezTo>
                  <a:cubicBezTo>
                    <a:pt x="354" y="121"/>
                    <a:pt x="354" y="121"/>
                    <a:pt x="354" y="121"/>
                  </a:cubicBezTo>
                  <a:cubicBezTo>
                    <a:pt x="355" y="101"/>
                    <a:pt x="355" y="66"/>
                    <a:pt x="345" y="49"/>
                  </a:cubicBezTo>
                  <a:cubicBezTo>
                    <a:pt x="330" y="20"/>
                    <a:pt x="290" y="0"/>
                    <a:pt x="258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15" y="0"/>
                    <a:pt x="175" y="20"/>
                    <a:pt x="159" y="49"/>
                  </a:cubicBezTo>
                  <a:cubicBezTo>
                    <a:pt x="150" y="66"/>
                    <a:pt x="150" y="101"/>
                    <a:pt x="151" y="121"/>
                  </a:cubicBezTo>
                  <a:cubicBezTo>
                    <a:pt x="146" y="125"/>
                    <a:pt x="146" y="125"/>
                    <a:pt x="146" y="125"/>
                  </a:cubicBezTo>
                  <a:cubicBezTo>
                    <a:pt x="144" y="146"/>
                    <a:pt x="147" y="169"/>
                    <a:pt x="157" y="196"/>
                  </a:cubicBezTo>
                  <a:cubicBezTo>
                    <a:pt x="164" y="200"/>
                    <a:pt x="164" y="200"/>
                    <a:pt x="164" y="200"/>
                  </a:cubicBezTo>
                  <a:cubicBezTo>
                    <a:pt x="169" y="219"/>
                    <a:pt x="182" y="241"/>
                    <a:pt x="197" y="258"/>
                  </a:cubicBezTo>
                  <a:cubicBezTo>
                    <a:pt x="193" y="268"/>
                    <a:pt x="181" y="281"/>
                    <a:pt x="164" y="28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43BCE737-1108-4995-850C-1653886E70DA}"/>
              </a:ext>
            </a:extLst>
          </p:cNvPr>
          <p:cNvGrpSpPr/>
          <p:nvPr/>
        </p:nvGrpSpPr>
        <p:grpSpPr>
          <a:xfrm>
            <a:off x="5915801" y="4165219"/>
            <a:ext cx="548640" cy="548640"/>
            <a:chOff x="6108063" y="4165219"/>
            <a:chExt cx="548640" cy="548640"/>
          </a:xfrm>
        </p:grpSpPr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xmlns="" id="{F66C96A8-CAB6-42AF-8DD8-2ECF08E6225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271289" y="4256659"/>
              <a:ext cx="241042" cy="365760"/>
            </a:xfrm>
            <a:custGeom>
              <a:avLst/>
              <a:gdLst>
                <a:gd name="T0" fmla="*/ 245 w 263"/>
                <a:gd name="T1" fmla="*/ 25 h 399"/>
                <a:gd name="T2" fmla="*/ 245 w 263"/>
                <a:gd name="T3" fmla="*/ 339 h 399"/>
                <a:gd name="T4" fmla="*/ 254 w 263"/>
                <a:gd name="T5" fmla="*/ 377 h 399"/>
                <a:gd name="T6" fmla="*/ 263 w 263"/>
                <a:gd name="T7" fmla="*/ 339 h 399"/>
                <a:gd name="T8" fmla="*/ 263 w 263"/>
                <a:gd name="T9" fmla="*/ 25 h 399"/>
                <a:gd name="T10" fmla="*/ 245 w 263"/>
                <a:gd name="T11" fmla="*/ 25 h 399"/>
                <a:gd name="T12" fmla="*/ 200 w 263"/>
                <a:gd name="T13" fmla="*/ 0 h 399"/>
                <a:gd name="T14" fmla="*/ 20 w 263"/>
                <a:gd name="T15" fmla="*/ 0 h 399"/>
                <a:gd name="T16" fmla="*/ 0 w 263"/>
                <a:gd name="T17" fmla="*/ 22 h 399"/>
                <a:gd name="T18" fmla="*/ 0 w 263"/>
                <a:gd name="T19" fmla="*/ 377 h 399"/>
                <a:gd name="T20" fmla="*/ 20 w 263"/>
                <a:gd name="T21" fmla="*/ 399 h 399"/>
                <a:gd name="T22" fmla="*/ 200 w 263"/>
                <a:gd name="T23" fmla="*/ 399 h 399"/>
                <a:gd name="T24" fmla="*/ 221 w 263"/>
                <a:gd name="T25" fmla="*/ 377 h 399"/>
                <a:gd name="T26" fmla="*/ 221 w 263"/>
                <a:gd name="T27" fmla="*/ 22 h 399"/>
                <a:gd name="T28" fmla="*/ 200 w 263"/>
                <a:gd name="T29" fmla="*/ 0 h 399"/>
                <a:gd name="T30" fmla="*/ 88 w 263"/>
                <a:gd name="T31" fmla="*/ 9 h 399"/>
                <a:gd name="T32" fmla="*/ 133 w 263"/>
                <a:gd name="T33" fmla="*/ 9 h 399"/>
                <a:gd name="T34" fmla="*/ 137 w 263"/>
                <a:gd name="T35" fmla="*/ 13 h 399"/>
                <a:gd name="T36" fmla="*/ 133 w 263"/>
                <a:gd name="T37" fmla="*/ 17 h 399"/>
                <a:gd name="T38" fmla="*/ 88 w 263"/>
                <a:gd name="T39" fmla="*/ 17 h 399"/>
                <a:gd name="T40" fmla="*/ 84 w 263"/>
                <a:gd name="T41" fmla="*/ 13 h 399"/>
                <a:gd name="T42" fmla="*/ 88 w 263"/>
                <a:gd name="T43" fmla="*/ 9 h 399"/>
                <a:gd name="T44" fmla="*/ 110 w 263"/>
                <a:gd name="T45" fmla="*/ 387 h 399"/>
                <a:gd name="T46" fmla="*/ 86 w 263"/>
                <a:gd name="T47" fmla="*/ 363 h 399"/>
                <a:gd name="T48" fmla="*/ 110 w 263"/>
                <a:gd name="T49" fmla="*/ 338 h 399"/>
                <a:gd name="T50" fmla="*/ 135 w 263"/>
                <a:gd name="T51" fmla="*/ 363 h 399"/>
                <a:gd name="T52" fmla="*/ 110 w 263"/>
                <a:gd name="T53" fmla="*/ 387 h 399"/>
                <a:gd name="T54" fmla="*/ 202 w 263"/>
                <a:gd name="T55" fmla="*/ 329 h 399"/>
                <a:gd name="T56" fmla="*/ 19 w 263"/>
                <a:gd name="T57" fmla="*/ 329 h 399"/>
                <a:gd name="T58" fmla="*/ 19 w 263"/>
                <a:gd name="T59" fmla="*/ 30 h 399"/>
                <a:gd name="T60" fmla="*/ 202 w 263"/>
                <a:gd name="T61" fmla="*/ 30 h 399"/>
                <a:gd name="T62" fmla="*/ 202 w 263"/>
                <a:gd name="T63" fmla="*/ 329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3" h="399">
                  <a:moveTo>
                    <a:pt x="245" y="25"/>
                  </a:moveTo>
                  <a:cubicBezTo>
                    <a:pt x="245" y="339"/>
                    <a:pt x="245" y="339"/>
                    <a:pt x="245" y="339"/>
                  </a:cubicBezTo>
                  <a:cubicBezTo>
                    <a:pt x="245" y="344"/>
                    <a:pt x="252" y="374"/>
                    <a:pt x="254" y="377"/>
                  </a:cubicBezTo>
                  <a:cubicBezTo>
                    <a:pt x="257" y="372"/>
                    <a:pt x="263" y="344"/>
                    <a:pt x="263" y="339"/>
                  </a:cubicBezTo>
                  <a:cubicBezTo>
                    <a:pt x="263" y="25"/>
                    <a:pt x="263" y="25"/>
                    <a:pt x="263" y="25"/>
                  </a:cubicBezTo>
                  <a:cubicBezTo>
                    <a:pt x="263" y="20"/>
                    <a:pt x="245" y="20"/>
                    <a:pt x="245" y="25"/>
                  </a:cubicBezTo>
                  <a:close/>
                  <a:moveTo>
                    <a:pt x="20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10"/>
                    <a:pt x="0" y="22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0" y="389"/>
                    <a:pt x="9" y="399"/>
                    <a:pt x="20" y="399"/>
                  </a:cubicBezTo>
                  <a:cubicBezTo>
                    <a:pt x="200" y="399"/>
                    <a:pt x="200" y="399"/>
                    <a:pt x="200" y="399"/>
                  </a:cubicBezTo>
                  <a:cubicBezTo>
                    <a:pt x="212" y="399"/>
                    <a:pt x="221" y="389"/>
                    <a:pt x="221" y="377"/>
                  </a:cubicBezTo>
                  <a:cubicBezTo>
                    <a:pt x="221" y="22"/>
                    <a:pt x="221" y="22"/>
                    <a:pt x="221" y="22"/>
                  </a:cubicBezTo>
                  <a:cubicBezTo>
                    <a:pt x="221" y="10"/>
                    <a:pt x="212" y="0"/>
                    <a:pt x="200" y="0"/>
                  </a:cubicBezTo>
                  <a:close/>
                  <a:moveTo>
                    <a:pt x="88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5" y="9"/>
                    <a:pt x="137" y="11"/>
                    <a:pt x="137" y="13"/>
                  </a:cubicBezTo>
                  <a:cubicBezTo>
                    <a:pt x="137" y="15"/>
                    <a:pt x="135" y="17"/>
                    <a:pt x="133" y="17"/>
                  </a:cubicBezTo>
                  <a:cubicBezTo>
                    <a:pt x="88" y="17"/>
                    <a:pt x="88" y="17"/>
                    <a:pt x="88" y="17"/>
                  </a:cubicBezTo>
                  <a:cubicBezTo>
                    <a:pt x="86" y="17"/>
                    <a:pt x="84" y="15"/>
                    <a:pt x="84" y="13"/>
                  </a:cubicBezTo>
                  <a:cubicBezTo>
                    <a:pt x="84" y="11"/>
                    <a:pt x="86" y="9"/>
                    <a:pt x="88" y="9"/>
                  </a:cubicBezTo>
                  <a:close/>
                  <a:moveTo>
                    <a:pt x="110" y="387"/>
                  </a:moveTo>
                  <a:cubicBezTo>
                    <a:pt x="97" y="387"/>
                    <a:pt x="86" y="376"/>
                    <a:pt x="86" y="363"/>
                  </a:cubicBezTo>
                  <a:cubicBezTo>
                    <a:pt x="86" y="349"/>
                    <a:pt x="97" y="338"/>
                    <a:pt x="110" y="338"/>
                  </a:cubicBezTo>
                  <a:cubicBezTo>
                    <a:pt x="124" y="338"/>
                    <a:pt x="135" y="349"/>
                    <a:pt x="135" y="363"/>
                  </a:cubicBezTo>
                  <a:cubicBezTo>
                    <a:pt x="135" y="376"/>
                    <a:pt x="124" y="387"/>
                    <a:pt x="110" y="387"/>
                  </a:cubicBezTo>
                  <a:close/>
                  <a:moveTo>
                    <a:pt x="202" y="329"/>
                  </a:moveTo>
                  <a:cubicBezTo>
                    <a:pt x="19" y="329"/>
                    <a:pt x="19" y="329"/>
                    <a:pt x="19" y="329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202" y="30"/>
                    <a:pt x="202" y="30"/>
                    <a:pt x="202" y="30"/>
                  </a:cubicBezTo>
                  <a:lnTo>
                    <a:pt x="202" y="3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xmlns="" id="{ADB76925-676D-4624-B9DD-060EFC524B81}"/>
                </a:ext>
              </a:extLst>
            </p:cNvPr>
            <p:cNvSpPr/>
            <p:nvPr/>
          </p:nvSpPr>
          <p:spPr>
            <a:xfrm>
              <a:off x="6108063" y="4165219"/>
              <a:ext cx="548640" cy="548640"/>
            </a:xfrm>
            <a:prstGeom prst="ellipse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58C831CB-FF5F-466C-BF4E-9D69DDC436CE}"/>
                </a:ext>
              </a:extLst>
            </p:cNvPr>
            <p:cNvCxnSpPr>
              <a:stCxn id="26" idx="1"/>
              <a:endCxn id="26" idx="5"/>
            </p:cNvCxnSpPr>
            <p:nvPr/>
          </p:nvCxnSpPr>
          <p:spPr>
            <a:xfrm>
              <a:off x="6188409" y="4245565"/>
              <a:ext cx="387948" cy="387948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xmlns="" id="{E687E55F-86E2-42C3-B4D6-EC2E11F21628}"/>
              </a:ext>
            </a:extLst>
          </p:cNvPr>
          <p:cNvGrpSpPr>
            <a:grpSpLocks noChangeAspect="1"/>
          </p:cNvGrpSpPr>
          <p:nvPr/>
        </p:nvGrpSpPr>
        <p:grpSpPr>
          <a:xfrm>
            <a:off x="2841608" y="1609285"/>
            <a:ext cx="720387" cy="1060827"/>
            <a:chOff x="615951" y="615950"/>
            <a:chExt cx="752473" cy="1108075"/>
          </a:xfrm>
          <a:solidFill>
            <a:srgbClr val="002060"/>
          </a:solidFill>
        </p:grpSpPr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xmlns="" id="{85CE4DA7-5787-45F3-B5B2-ECDDD683F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288" y="1173163"/>
              <a:ext cx="465137" cy="315913"/>
            </a:xfrm>
            <a:custGeom>
              <a:avLst/>
              <a:gdLst>
                <a:gd name="T0" fmla="*/ 0 w 1006"/>
                <a:gd name="T1" fmla="*/ 677 h 684"/>
                <a:gd name="T2" fmla="*/ 232 w 1006"/>
                <a:gd name="T3" fmla="*/ 0 h 684"/>
                <a:gd name="T4" fmla="*/ 763 w 1006"/>
                <a:gd name="T5" fmla="*/ 0 h 684"/>
                <a:gd name="T6" fmla="*/ 1006 w 1006"/>
                <a:gd name="T7" fmla="*/ 677 h 684"/>
                <a:gd name="T8" fmla="*/ 0 w 1006"/>
                <a:gd name="T9" fmla="*/ 677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6" h="684">
                  <a:moveTo>
                    <a:pt x="0" y="677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763" y="0"/>
                    <a:pt x="763" y="0"/>
                    <a:pt x="763" y="0"/>
                  </a:cubicBezTo>
                  <a:cubicBezTo>
                    <a:pt x="763" y="0"/>
                    <a:pt x="951" y="480"/>
                    <a:pt x="1006" y="677"/>
                  </a:cubicBezTo>
                  <a:cubicBezTo>
                    <a:pt x="757" y="684"/>
                    <a:pt x="272" y="673"/>
                    <a:pt x="0" y="6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xmlns="" id="{1E2C6896-E755-4D4E-A4D9-1FCBEC330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951" y="1355725"/>
              <a:ext cx="296862" cy="233363"/>
            </a:xfrm>
            <a:custGeom>
              <a:avLst/>
              <a:gdLst>
                <a:gd name="T0" fmla="*/ 459 w 644"/>
                <a:gd name="T1" fmla="*/ 0 h 506"/>
                <a:gd name="T2" fmla="*/ 644 w 644"/>
                <a:gd name="T3" fmla="*/ 169 h 506"/>
                <a:gd name="T4" fmla="*/ 182 w 644"/>
                <a:gd name="T5" fmla="*/ 479 h 506"/>
                <a:gd name="T6" fmla="*/ 39 w 644"/>
                <a:gd name="T7" fmla="*/ 428 h 506"/>
                <a:gd name="T8" fmla="*/ 42 w 644"/>
                <a:gd name="T9" fmla="*/ 280 h 506"/>
                <a:gd name="T10" fmla="*/ 459 w 644"/>
                <a:gd name="T11" fmla="*/ 0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4" h="506">
                  <a:moveTo>
                    <a:pt x="459" y="0"/>
                  </a:moveTo>
                  <a:cubicBezTo>
                    <a:pt x="521" y="56"/>
                    <a:pt x="583" y="112"/>
                    <a:pt x="644" y="169"/>
                  </a:cubicBezTo>
                  <a:cubicBezTo>
                    <a:pt x="182" y="479"/>
                    <a:pt x="182" y="479"/>
                    <a:pt x="182" y="479"/>
                  </a:cubicBezTo>
                  <a:cubicBezTo>
                    <a:pt x="142" y="506"/>
                    <a:pt x="78" y="483"/>
                    <a:pt x="39" y="428"/>
                  </a:cubicBezTo>
                  <a:cubicBezTo>
                    <a:pt x="0" y="373"/>
                    <a:pt x="1" y="307"/>
                    <a:pt x="42" y="280"/>
                  </a:cubicBezTo>
                  <a:lnTo>
                    <a:pt x="45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xmlns="" id="{A1571D51-E452-4259-955A-36DE4497A9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863" y="1441450"/>
              <a:ext cx="153987" cy="282575"/>
            </a:xfrm>
            <a:custGeom>
              <a:avLst/>
              <a:gdLst>
                <a:gd name="T0" fmla="*/ 254 w 333"/>
                <a:gd name="T1" fmla="*/ 7 h 613"/>
                <a:gd name="T2" fmla="*/ 326 w 333"/>
                <a:gd name="T3" fmla="*/ 499 h 613"/>
                <a:gd name="T4" fmla="*/ 214 w 333"/>
                <a:gd name="T5" fmla="*/ 602 h 613"/>
                <a:gd name="T6" fmla="*/ 78 w 333"/>
                <a:gd name="T7" fmla="*/ 537 h 613"/>
                <a:gd name="T8" fmla="*/ 0 w 333"/>
                <a:gd name="T9" fmla="*/ 1 h 613"/>
                <a:gd name="T10" fmla="*/ 254 w 333"/>
                <a:gd name="T11" fmla="*/ 7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3" h="613">
                  <a:moveTo>
                    <a:pt x="254" y="7"/>
                  </a:moveTo>
                  <a:cubicBezTo>
                    <a:pt x="326" y="499"/>
                    <a:pt x="326" y="499"/>
                    <a:pt x="326" y="499"/>
                  </a:cubicBezTo>
                  <a:cubicBezTo>
                    <a:pt x="333" y="546"/>
                    <a:pt x="283" y="592"/>
                    <a:pt x="214" y="602"/>
                  </a:cubicBezTo>
                  <a:cubicBezTo>
                    <a:pt x="146" y="613"/>
                    <a:pt x="85" y="584"/>
                    <a:pt x="78" y="537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5" y="0"/>
                    <a:pt x="169" y="1"/>
                    <a:pt x="254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xmlns="" id="{62A62002-889E-4B5E-BD87-8858DC06A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475" y="688975"/>
              <a:ext cx="742949" cy="560388"/>
            </a:xfrm>
            <a:custGeom>
              <a:avLst/>
              <a:gdLst>
                <a:gd name="T0" fmla="*/ 1582 w 1606"/>
                <a:gd name="T1" fmla="*/ 1095 h 1218"/>
                <a:gd name="T2" fmla="*/ 1140 w 1606"/>
                <a:gd name="T3" fmla="*/ 545 h 1218"/>
                <a:gd name="T4" fmla="*/ 1043 w 1606"/>
                <a:gd name="T5" fmla="*/ 492 h 1218"/>
                <a:gd name="T6" fmla="*/ 588 w 1606"/>
                <a:gd name="T7" fmla="*/ 493 h 1218"/>
                <a:gd name="T8" fmla="*/ 547 w 1606"/>
                <a:gd name="T9" fmla="*/ 508 h 1218"/>
                <a:gd name="T10" fmla="*/ 149 w 1606"/>
                <a:gd name="T11" fmla="*/ 29 h 1218"/>
                <a:gd name="T12" fmla="*/ 45 w 1606"/>
                <a:gd name="T13" fmla="*/ 35 h 1218"/>
                <a:gd name="T14" fmla="*/ 25 w 1606"/>
                <a:gd name="T15" fmla="*/ 144 h 1218"/>
                <a:gd name="T16" fmla="*/ 508 w 1606"/>
                <a:gd name="T17" fmla="*/ 738 h 1218"/>
                <a:gd name="T18" fmla="*/ 556 w 1606"/>
                <a:gd name="T19" fmla="*/ 1061 h 1218"/>
                <a:gd name="T20" fmla="*/ 1089 w 1606"/>
                <a:gd name="T21" fmla="*/ 1061 h 1218"/>
                <a:gd name="T22" fmla="*/ 1122 w 1606"/>
                <a:gd name="T23" fmla="*/ 837 h 1218"/>
                <a:gd name="T24" fmla="*/ 1412 w 1606"/>
                <a:gd name="T25" fmla="*/ 1186 h 1218"/>
                <a:gd name="T26" fmla="*/ 1541 w 1606"/>
                <a:gd name="T27" fmla="*/ 1193 h 1218"/>
                <a:gd name="T28" fmla="*/ 1582 w 1606"/>
                <a:gd name="T29" fmla="*/ 1095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06" h="1218">
                  <a:moveTo>
                    <a:pt x="1582" y="1095"/>
                  </a:moveTo>
                  <a:cubicBezTo>
                    <a:pt x="1582" y="1095"/>
                    <a:pt x="1193" y="602"/>
                    <a:pt x="1140" y="545"/>
                  </a:cubicBezTo>
                  <a:cubicBezTo>
                    <a:pt x="1116" y="517"/>
                    <a:pt x="1057" y="501"/>
                    <a:pt x="1043" y="492"/>
                  </a:cubicBezTo>
                  <a:cubicBezTo>
                    <a:pt x="979" y="462"/>
                    <a:pt x="662" y="456"/>
                    <a:pt x="588" y="493"/>
                  </a:cubicBezTo>
                  <a:cubicBezTo>
                    <a:pt x="574" y="500"/>
                    <a:pt x="559" y="502"/>
                    <a:pt x="547" y="508"/>
                  </a:cubicBezTo>
                  <a:cubicBezTo>
                    <a:pt x="149" y="29"/>
                    <a:pt x="149" y="29"/>
                    <a:pt x="149" y="29"/>
                  </a:cubicBezTo>
                  <a:cubicBezTo>
                    <a:pt x="124" y="0"/>
                    <a:pt x="76" y="13"/>
                    <a:pt x="45" y="35"/>
                  </a:cubicBezTo>
                  <a:cubicBezTo>
                    <a:pt x="1" y="66"/>
                    <a:pt x="0" y="115"/>
                    <a:pt x="25" y="144"/>
                  </a:cubicBezTo>
                  <a:cubicBezTo>
                    <a:pt x="25" y="144"/>
                    <a:pt x="448" y="665"/>
                    <a:pt x="508" y="738"/>
                  </a:cubicBezTo>
                  <a:cubicBezTo>
                    <a:pt x="527" y="868"/>
                    <a:pt x="556" y="1061"/>
                    <a:pt x="556" y="1061"/>
                  </a:cubicBezTo>
                  <a:cubicBezTo>
                    <a:pt x="1089" y="1061"/>
                    <a:pt x="1089" y="1061"/>
                    <a:pt x="1089" y="1061"/>
                  </a:cubicBezTo>
                  <a:cubicBezTo>
                    <a:pt x="1122" y="837"/>
                    <a:pt x="1122" y="837"/>
                    <a:pt x="1122" y="837"/>
                  </a:cubicBezTo>
                  <a:cubicBezTo>
                    <a:pt x="1412" y="1186"/>
                    <a:pt x="1412" y="1186"/>
                    <a:pt x="1412" y="1186"/>
                  </a:cubicBezTo>
                  <a:cubicBezTo>
                    <a:pt x="1437" y="1215"/>
                    <a:pt x="1494" y="1218"/>
                    <a:pt x="1541" y="1193"/>
                  </a:cubicBezTo>
                  <a:cubicBezTo>
                    <a:pt x="1588" y="1168"/>
                    <a:pt x="1606" y="1124"/>
                    <a:pt x="1582" y="10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0">
              <a:extLst>
                <a:ext uri="{FF2B5EF4-FFF2-40B4-BE49-F238E27FC236}">
                  <a16:creationId xmlns:a16="http://schemas.microsoft.com/office/drawing/2014/main" xmlns="" id="{E6CF6A00-8D17-43CD-BBF8-B7A96F267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838" y="615950"/>
              <a:ext cx="296862" cy="266700"/>
            </a:xfrm>
            <a:custGeom>
              <a:avLst/>
              <a:gdLst>
                <a:gd name="T0" fmla="*/ 410 w 640"/>
                <a:gd name="T1" fmla="*/ 557 h 579"/>
                <a:gd name="T2" fmla="*/ 315 w 640"/>
                <a:gd name="T3" fmla="*/ 579 h 579"/>
                <a:gd name="T4" fmla="*/ 220 w 640"/>
                <a:gd name="T5" fmla="*/ 557 h 579"/>
                <a:gd name="T6" fmla="*/ 28 w 640"/>
                <a:gd name="T7" fmla="*/ 557 h 579"/>
                <a:gd name="T8" fmla="*/ 9 w 640"/>
                <a:gd name="T9" fmla="*/ 332 h 579"/>
                <a:gd name="T10" fmla="*/ 320 w 640"/>
                <a:gd name="T11" fmla="*/ 0 h 579"/>
                <a:gd name="T12" fmla="*/ 631 w 640"/>
                <a:gd name="T13" fmla="*/ 332 h 579"/>
                <a:gd name="T14" fmla="*/ 612 w 640"/>
                <a:gd name="T15" fmla="*/ 557 h 579"/>
                <a:gd name="T16" fmla="*/ 410 w 640"/>
                <a:gd name="T17" fmla="*/ 557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40" h="579">
                  <a:moveTo>
                    <a:pt x="410" y="557"/>
                  </a:moveTo>
                  <a:cubicBezTo>
                    <a:pt x="382" y="571"/>
                    <a:pt x="349" y="579"/>
                    <a:pt x="315" y="579"/>
                  </a:cubicBezTo>
                  <a:cubicBezTo>
                    <a:pt x="281" y="579"/>
                    <a:pt x="249" y="571"/>
                    <a:pt x="220" y="557"/>
                  </a:cubicBezTo>
                  <a:cubicBezTo>
                    <a:pt x="28" y="557"/>
                    <a:pt x="28" y="557"/>
                    <a:pt x="28" y="557"/>
                  </a:cubicBezTo>
                  <a:cubicBezTo>
                    <a:pt x="15" y="503"/>
                    <a:pt x="0" y="464"/>
                    <a:pt x="9" y="332"/>
                  </a:cubicBezTo>
                  <a:cubicBezTo>
                    <a:pt x="22" y="155"/>
                    <a:pt x="129" y="3"/>
                    <a:pt x="320" y="0"/>
                  </a:cubicBezTo>
                  <a:cubicBezTo>
                    <a:pt x="511" y="3"/>
                    <a:pt x="618" y="155"/>
                    <a:pt x="631" y="332"/>
                  </a:cubicBezTo>
                  <a:cubicBezTo>
                    <a:pt x="640" y="464"/>
                    <a:pt x="625" y="503"/>
                    <a:pt x="612" y="557"/>
                  </a:cubicBezTo>
                  <a:lnTo>
                    <a:pt x="410" y="5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" name="Freeform 78">
            <a:extLst>
              <a:ext uri="{FF2B5EF4-FFF2-40B4-BE49-F238E27FC236}">
                <a16:creationId xmlns:a16="http://schemas.microsoft.com/office/drawing/2014/main" xmlns="" id="{7FE25DB6-3303-4CF4-9466-D20A514E41C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746857" y="1529198"/>
            <a:ext cx="127811" cy="198169"/>
          </a:xfrm>
          <a:custGeom>
            <a:avLst/>
            <a:gdLst>
              <a:gd name="T0" fmla="*/ 152 w 176"/>
              <a:gd name="T1" fmla="*/ 0 h 273"/>
              <a:gd name="T2" fmla="*/ 24 w 176"/>
              <a:gd name="T3" fmla="*/ 0 h 273"/>
              <a:gd name="T4" fmla="*/ 0 w 176"/>
              <a:gd name="T5" fmla="*/ 26 h 273"/>
              <a:gd name="T6" fmla="*/ 0 w 176"/>
              <a:gd name="T7" fmla="*/ 247 h 273"/>
              <a:gd name="T8" fmla="*/ 24 w 176"/>
              <a:gd name="T9" fmla="*/ 273 h 273"/>
              <a:gd name="T10" fmla="*/ 152 w 176"/>
              <a:gd name="T11" fmla="*/ 273 h 273"/>
              <a:gd name="T12" fmla="*/ 176 w 176"/>
              <a:gd name="T13" fmla="*/ 247 h 273"/>
              <a:gd name="T14" fmla="*/ 176 w 176"/>
              <a:gd name="T15" fmla="*/ 26 h 273"/>
              <a:gd name="T16" fmla="*/ 152 w 176"/>
              <a:gd name="T17" fmla="*/ 0 h 273"/>
              <a:gd name="T18" fmla="*/ 49 w 176"/>
              <a:gd name="T19" fmla="*/ 247 h 273"/>
              <a:gd name="T20" fmla="*/ 25 w 176"/>
              <a:gd name="T21" fmla="*/ 247 h 273"/>
              <a:gd name="T22" fmla="*/ 19 w 176"/>
              <a:gd name="T23" fmla="*/ 241 h 273"/>
              <a:gd name="T24" fmla="*/ 25 w 176"/>
              <a:gd name="T25" fmla="*/ 236 h 273"/>
              <a:gd name="T26" fmla="*/ 49 w 176"/>
              <a:gd name="T27" fmla="*/ 236 h 273"/>
              <a:gd name="T28" fmla="*/ 55 w 176"/>
              <a:gd name="T29" fmla="*/ 241 h 273"/>
              <a:gd name="T30" fmla="*/ 49 w 176"/>
              <a:gd name="T31" fmla="*/ 247 h 273"/>
              <a:gd name="T32" fmla="*/ 88 w 176"/>
              <a:gd name="T33" fmla="*/ 258 h 273"/>
              <a:gd name="T34" fmla="*/ 71 w 176"/>
              <a:gd name="T35" fmla="*/ 241 h 273"/>
              <a:gd name="T36" fmla="*/ 88 w 176"/>
              <a:gd name="T37" fmla="*/ 225 h 273"/>
              <a:gd name="T38" fmla="*/ 104 w 176"/>
              <a:gd name="T39" fmla="*/ 241 h 273"/>
              <a:gd name="T40" fmla="*/ 88 w 176"/>
              <a:gd name="T41" fmla="*/ 258 h 273"/>
              <a:gd name="T42" fmla="*/ 150 w 176"/>
              <a:gd name="T43" fmla="*/ 247 h 273"/>
              <a:gd name="T44" fmla="*/ 125 w 176"/>
              <a:gd name="T45" fmla="*/ 247 h 273"/>
              <a:gd name="T46" fmla="*/ 120 w 176"/>
              <a:gd name="T47" fmla="*/ 241 h 273"/>
              <a:gd name="T48" fmla="*/ 125 w 176"/>
              <a:gd name="T49" fmla="*/ 236 h 273"/>
              <a:gd name="T50" fmla="*/ 150 w 176"/>
              <a:gd name="T51" fmla="*/ 236 h 273"/>
              <a:gd name="T52" fmla="*/ 155 w 176"/>
              <a:gd name="T53" fmla="*/ 241 h 273"/>
              <a:gd name="T54" fmla="*/ 150 w 176"/>
              <a:gd name="T55" fmla="*/ 247 h 273"/>
              <a:gd name="T56" fmla="*/ 157 w 176"/>
              <a:gd name="T57" fmla="*/ 200 h 273"/>
              <a:gd name="T58" fmla="*/ 150 w 176"/>
              <a:gd name="T59" fmla="*/ 208 h 273"/>
              <a:gd name="T60" fmla="*/ 26 w 176"/>
              <a:gd name="T61" fmla="*/ 208 h 273"/>
              <a:gd name="T62" fmla="*/ 18 w 176"/>
              <a:gd name="T63" fmla="*/ 200 h 273"/>
              <a:gd name="T64" fmla="*/ 18 w 176"/>
              <a:gd name="T65" fmla="*/ 28 h 273"/>
              <a:gd name="T66" fmla="*/ 26 w 176"/>
              <a:gd name="T67" fmla="*/ 21 h 273"/>
              <a:gd name="T68" fmla="*/ 150 w 176"/>
              <a:gd name="T69" fmla="*/ 21 h 273"/>
              <a:gd name="T70" fmla="*/ 157 w 176"/>
              <a:gd name="T71" fmla="*/ 28 h 273"/>
              <a:gd name="T72" fmla="*/ 157 w 176"/>
              <a:gd name="T73" fmla="*/ 200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76" h="273">
                <a:moveTo>
                  <a:pt x="152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2"/>
                  <a:pt x="0" y="26"/>
                </a:cubicBezTo>
                <a:cubicBezTo>
                  <a:pt x="0" y="247"/>
                  <a:pt x="0" y="247"/>
                  <a:pt x="0" y="247"/>
                </a:cubicBezTo>
                <a:cubicBezTo>
                  <a:pt x="0" y="262"/>
                  <a:pt x="10" y="273"/>
                  <a:pt x="24" y="273"/>
                </a:cubicBezTo>
                <a:cubicBezTo>
                  <a:pt x="152" y="273"/>
                  <a:pt x="152" y="273"/>
                  <a:pt x="152" y="273"/>
                </a:cubicBezTo>
                <a:cubicBezTo>
                  <a:pt x="165" y="273"/>
                  <a:pt x="176" y="262"/>
                  <a:pt x="176" y="247"/>
                </a:cubicBezTo>
                <a:cubicBezTo>
                  <a:pt x="176" y="26"/>
                  <a:pt x="176" y="26"/>
                  <a:pt x="176" y="26"/>
                </a:cubicBezTo>
                <a:cubicBezTo>
                  <a:pt x="176" y="12"/>
                  <a:pt x="165" y="0"/>
                  <a:pt x="152" y="0"/>
                </a:cubicBezTo>
                <a:close/>
                <a:moveTo>
                  <a:pt x="49" y="247"/>
                </a:moveTo>
                <a:cubicBezTo>
                  <a:pt x="25" y="247"/>
                  <a:pt x="25" y="247"/>
                  <a:pt x="25" y="247"/>
                </a:cubicBezTo>
                <a:cubicBezTo>
                  <a:pt x="22" y="247"/>
                  <a:pt x="19" y="244"/>
                  <a:pt x="19" y="241"/>
                </a:cubicBezTo>
                <a:cubicBezTo>
                  <a:pt x="19" y="238"/>
                  <a:pt x="22" y="236"/>
                  <a:pt x="25" y="236"/>
                </a:cubicBezTo>
                <a:cubicBezTo>
                  <a:pt x="49" y="236"/>
                  <a:pt x="49" y="236"/>
                  <a:pt x="49" y="236"/>
                </a:cubicBezTo>
                <a:cubicBezTo>
                  <a:pt x="52" y="236"/>
                  <a:pt x="55" y="238"/>
                  <a:pt x="55" y="241"/>
                </a:cubicBezTo>
                <a:cubicBezTo>
                  <a:pt x="55" y="244"/>
                  <a:pt x="52" y="247"/>
                  <a:pt x="49" y="247"/>
                </a:cubicBezTo>
                <a:close/>
                <a:moveTo>
                  <a:pt x="88" y="258"/>
                </a:moveTo>
                <a:cubicBezTo>
                  <a:pt x="79" y="258"/>
                  <a:pt x="71" y="250"/>
                  <a:pt x="71" y="241"/>
                </a:cubicBezTo>
                <a:cubicBezTo>
                  <a:pt x="71" y="232"/>
                  <a:pt x="79" y="225"/>
                  <a:pt x="88" y="225"/>
                </a:cubicBezTo>
                <a:cubicBezTo>
                  <a:pt x="97" y="225"/>
                  <a:pt x="104" y="232"/>
                  <a:pt x="104" y="241"/>
                </a:cubicBezTo>
                <a:cubicBezTo>
                  <a:pt x="104" y="250"/>
                  <a:pt x="97" y="258"/>
                  <a:pt x="88" y="258"/>
                </a:cubicBezTo>
                <a:close/>
                <a:moveTo>
                  <a:pt x="150" y="247"/>
                </a:moveTo>
                <a:cubicBezTo>
                  <a:pt x="125" y="247"/>
                  <a:pt x="125" y="247"/>
                  <a:pt x="125" y="247"/>
                </a:cubicBezTo>
                <a:cubicBezTo>
                  <a:pt x="122" y="247"/>
                  <a:pt x="120" y="244"/>
                  <a:pt x="120" y="241"/>
                </a:cubicBezTo>
                <a:cubicBezTo>
                  <a:pt x="120" y="238"/>
                  <a:pt x="122" y="236"/>
                  <a:pt x="125" y="236"/>
                </a:cubicBezTo>
                <a:cubicBezTo>
                  <a:pt x="150" y="236"/>
                  <a:pt x="150" y="236"/>
                  <a:pt x="150" y="236"/>
                </a:cubicBezTo>
                <a:cubicBezTo>
                  <a:pt x="153" y="236"/>
                  <a:pt x="155" y="238"/>
                  <a:pt x="155" y="241"/>
                </a:cubicBezTo>
                <a:cubicBezTo>
                  <a:pt x="155" y="244"/>
                  <a:pt x="153" y="247"/>
                  <a:pt x="150" y="247"/>
                </a:cubicBezTo>
                <a:close/>
                <a:moveTo>
                  <a:pt x="157" y="200"/>
                </a:moveTo>
                <a:cubicBezTo>
                  <a:pt x="157" y="204"/>
                  <a:pt x="154" y="208"/>
                  <a:pt x="150" y="208"/>
                </a:cubicBezTo>
                <a:cubicBezTo>
                  <a:pt x="26" y="208"/>
                  <a:pt x="26" y="208"/>
                  <a:pt x="26" y="208"/>
                </a:cubicBezTo>
                <a:cubicBezTo>
                  <a:pt x="22" y="208"/>
                  <a:pt x="18" y="204"/>
                  <a:pt x="18" y="200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4"/>
                  <a:pt x="22" y="21"/>
                  <a:pt x="26" y="21"/>
                </a:cubicBezTo>
                <a:cubicBezTo>
                  <a:pt x="150" y="21"/>
                  <a:pt x="150" y="21"/>
                  <a:pt x="150" y="21"/>
                </a:cubicBezTo>
                <a:cubicBezTo>
                  <a:pt x="154" y="21"/>
                  <a:pt x="157" y="24"/>
                  <a:pt x="157" y="28"/>
                </a:cubicBezTo>
                <a:lnTo>
                  <a:pt x="157" y="20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6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3F2697-D612-4942-8CBE-3B5EA23D3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Our 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3EE174-7441-4748-A4FA-C2D10B0AC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165" y="1945417"/>
            <a:ext cx="95648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“Change the education experience by empowering teachers to easily and affordably connect and engage with all students in the classroom via technology”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965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15831A-B9A4-4341-9A72-2EFAA0DC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Solution</a:t>
            </a:r>
          </a:p>
        </p:txBody>
      </p:sp>
      <p:sp>
        <p:nvSpPr>
          <p:cNvPr id="5" name="Freeform 121">
            <a:extLst>
              <a:ext uri="{FF2B5EF4-FFF2-40B4-BE49-F238E27FC236}">
                <a16:creationId xmlns:a16="http://schemas.microsoft.com/office/drawing/2014/main" xmlns="" id="{03C94773-2CC0-4F0C-BD79-AE04E6962F08}"/>
              </a:ext>
            </a:extLst>
          </p:cNvPr>
          <p:cNvSpPr>
            <a:spLocks noEditPoints="1"/>
          </p:cNvSpPr>
          <p:nvPr/>
        </p:nvSpPr>
        <p:spPr bwMode="auto">
          <a:xfrm>
            <a:off x="2868396" y="1630216"/>
            <a:ext cx="744538" cy="1009650"/>
          </a:xfrm>
          <a:custGeom>
            <a:avLst/>
            <a:gdLst>
              <a:gd name="T0" fmla="*/ 47 w 354"/>
              <a:gd name="T1" fmla="*/ 327 h 480"/>
              <a:gd name="T2" fmla="*/ 176 w 354"/>
              <a:gd name="T3" fmla="*/ 342 h 480"/>
              <a:gd name="T4" fmla="*/ 306 w 354"/>
              <a:gd name="T5" fmla="*/ 326 h 480"/>
              <a:gd name="T6" fmla="*/ 177 w 354"/>
              <a:gd name="T7" fmla="*/ 480 h 480"/>
              <a:gd name="T8" fmla="*/ 203 w 354"/>
              <a:gd name="T9" fmla="*/ 144 h 480"/>
              <a:gd name="T10" fmla="*/ 121 w 354"/>
              <a:gd name="T11" fmla="*/ 171 h 480"/>
              <a:gd name="T12" fmla="*/ 164 w 354"/>
              <a:gd name="T13" fmla="*/ 279 h 480"/>
              <a:gd name="T14" fmla="*/ 227 w 354"/>
              <a:gd name="T15" fmla="*/ 243 h 480"/>
              <a:gd name="T16" fmla="*/ 216 w 354"/>
              <a:gd name="T17" fmla="*/ 161 h 480"/>
              <a:gd name="T18" fmla="*/ 90 w 354"/>
              <a:gd name="T19" fmla="*/ 133 h 480"/>
              <a:gd name="T20" fmla="*/ 57 w 354"/>
              <a:gd name="T21" fmla="*/ 309 h 480"/>
              <a:gd name="T22" fmla="*/ 115 w 354"/>
              <a:gd name="T23" fmla="*/ 278 h 480"/>
              <a:gd name="T24" fmla="*/ 135 w 354"/>
              <a:gd name="T25" fmla="*/ 274 h 480"/>
              <a:gd name="T26" fmla="*/ 158 w 354"/>
              <a:gd name="T27" fmla="*/ 290 h 480"/>
              <a:gd name="T28" fmla="*/ 218 w 354"/>
              <a:gd name="T29" fmla="*/ 275 h 480"/>
              <a:gd name="T30" fmla="*/ 225 w 354"/>
              <a:gd name="T31" fmla="*/ 290 h 480"/>
              <a:gd name="T32" fmla="*/ 243 w 354"/>
              <a:gd name="T33" fmla="*/ 280 h 480"/>
              <a:gd name="T34" fmla="*/ 269 w 354"/>
              <a:gd name="T35" fmla="*/ 162 h 480"/>
              <a:gd name="T36" fmla="*/ 90 w 354"/>
              <a:gd name="T37" fmla="*/ 133 h 480"/>
              <a:gd name="T38" fmla="*/ 205 w 354"/>
              <a:gd name="T39" fmla="*/ 2 h 480"/>
              <a:gd name="T40" fmla="*/ 297 w 354"/>
              <a:gd name="T41" fmla="*/ 53 h 480"/>
              <a:gd name="T42" fmla="*/ 255 w 354"/>
              <a:gd name="T43" fmla="*/ 98 h 480"/>
              <a:gd name="T44" fmla="*/ 94 w 354"/>
              <a:gd name="T45" fmla="*/ 124 h 480"/>
              <a:gd name="T46" fmla="*/ 143 w 354"/>
              <a:gd name="T47" fmla="*/ 52 h 480"/>
              <a:gd name="T48" fmla="*/ 240 w 354"/>
              <a:gd name="T49" fmla="*/ 61 h 480"/>
              <a:gd name="T50" fmla="*/ 140 w 354"/>
              <a:gd name="T51" fmla="*/ 47 h 480"/>
              <a:gd name="T52" fmla="*/ 7 w 354"/>
              <a:gd name="T53" fmla="*/ 34 h 480"/>
              <a:gd name="T54" fmla="*/ 308 w 354"/>
              <a:gd name="T55" fmla="*/ 120 h 480"/>
              <a:gd name="T56" fmla="*/ 311 w 354"/>
              <a:gd name="T57" fmla="*/ 128 h 480"/>
              <a:gd name="T58" fmla="*/ 310 w 354"/>
              <a:gd name="T59" fmla="*/ 140 h 480"/>
              <a:gd name="T60" fmla="*/ 317 w 354"/>
              <a:gd name="T61" fmla="*/ 189 h 480"/>
              <a:gd name="T62" fmla="*/ 297 w 354"/>
              <a:gd name="T63" fmla="*/ 145 h 480"/>
              <a:gd name="T64" fmla="*/ 299 w 354"/>
              <a:gd name="T65" fmla="*/ 134 h 480"/>
              <a:gd name="T66" fmla="*/ 298 w 354"/>
              <a:gd name="T67" fmla="*/ 123 h 480"/>
              <a:gd name="T68" fmla="*/ 301 w 354"/>
              <a:gd name="T69" fmla="*/ 49 h 480"/>
              <a:gd name="T70" fmla="*/ 308 w 354"/>
              <a:gd name="T71" fmla="*/ 53 h 480"/>
              <a:gd name="T72" fmla="*/ 344 w 354"/>
              <a:gd name="T73" fmla="*/ 83 h 480"/>
              <a:gd name="T74" fmla="*/ 308 w 354"/>
              <a:gd name="T75" fmla="*/ 92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54" h="480">
                <a:moveTo>
                  <a:pt x="0" y="376"/>
                </a:moveTo>
                <a:cubicBezTo>
                  <a:pt x="13" y="358"/>
                  <a:pt x="28" y="342"/>
                  <a:pt x="47" y="327"/>
                </a:cubicBezTo>
                <a:cubicBezTo>
                  <a:pt x="67" y="311"/>
                  <a:pt x="89" y="298"/>
                  <a:pt x="113" y="288"/>
                </a:cubicBezTo>
                <a:cubicBezTo>
                  <a:pt x="127" y="307"/>
                  <a:pt x="147" y="326"/>
                  <a:pt x="176" y="342"/>
                </a:cubicBezTo>
                <a:cubicBezTo>
                  <a:pt x="204" y="326"/>
                  <a:pt x="226" y="309"/>
                  <a:pt x="241" y="288"/>
                </a:cubicBezTo>
                <a:cubicBezTo>
                  <a:pt x="264" y="297"/>
                  <a:pt x="286" y="310"/>
                  <a:pt x="306" y="326"/>
                </a:cubicBezTo>
                <a:cubicBezTo>
                  <a:pt x="325" y="341"/>
                  <a:pt x="341" y="358"/>
                  <a:pt x="354" y="376"/>
                </a:cubicBezTo>
                <a:cubicBezTo>
                  <a:pt x="319" y="438"/>
                  <a:pt x="253" y="480"/>
                  <a:pt x="177" y="480"/>
                </a:cubicBezTo>
                <a:cubicBezTo>
                  <a:pt x="101" y="480"/>
                  <a:pt x="35" y="438"/>
                  <a:pt x="0" y="376"/>
                </a:cubicBezTo>
                <a:close/>
                <a:moveTo>
                  <a:pt x="203" y="144"/>
                </a:moveTo>
                <a:cubicBezTo>
                  <a:pt x="193" y="157"/>
                  <a:pt x="167" y="168"/>
                  <a:pt x="137" y="170"/>
                </a:cubicBezTo>
                <a:cubicBezTo>
                  <a:pt x="132" y="171"/>
                  <a:pt x="126" y="171"/>
                  <a:pt x="121" y="171"/>
                </a:cubicBezTo>
                <a:cubicBezTo>
                  <a:pt x="114" y="193"/>
                  <a:pt x="118" y="226"/>
                  <a:pt x="127" y="243"/>
                </a:cubicBezTo>
                <a:cubicBezTo>
                  <a:pt x="134" y="258"/>
                  <a:pt x="147" y="269"/>
                  <a:pt x="164" y="279"/>
                </a:cubicBezTo>
                <a:cubicBezTo>
                  <a:pt x="173" y="284"/>
                  <a:pt x="181" y="284"/>
                  <a:pt x="189" y="279"/>
                </a:cubicBezTo>
                <a:cubicBezTo>
                  <a:pt x="207" y="269"/>
                  <a:pt x="220" y="258"/>
                  <a:pt x="227" y="243"/>
                </a:cubicBezTo>
                <a:cubicBezTo>
                  <a:pt x="236" y="226"/>
                  <a:pt x="240" y="193"/>
                  <a:pt x="233" y="171"/>
                </a:cubicBezTo>
                <a:cubicBezTo>
                  <a:pt x="227" y="169"/>
                  <a:pt x="221" y="165"/>
                  <a:pt x="216" y="161"/>
                </a:cubicBezTo>
                <a:cubicBezTo>
                  <a:pt x="210" y="156"/>
                  <a:pt x="206" y="150"/>
                  <a:pt x="203" y="144"/>
                </a:cubicBezTo>
                <a:close/>
                <a:moveTo>
                  <a:pt x="90" y="133"/>
                </a:moveTo>
                <a:cubicBezTo>
                  <a:pt x="87" y="142"/>
                  <a:pt x="85" y="152"/>
                  <a:pt x="85" y="162"/>
                </a:cubicBezTo>
                <a:cubicBezTo>
                  <a:pt x="81" y="215"/>
                  <a:pt x="89" y="258"/>
                  <a:pt x="57" y="309"/>
                </a:cubicBezTo>
                <a:cubicBezTo>
                  <a:pt x="74" y="297"/>
                  <a:pt x="92" y="288"/>
                  <a:pt x="111" y="280"/>
                </a:cubicBezTo>
                <a:cubicBezTo>
                  <a:pt x="115" y="278"/>
                  <a:pt x="115" y="278"/>
                  <a:pt x="115" y="278"/>
                </a:cubicBezTo>
                <a:cubicBezTo>
                  <a:pt x="119" y="281"/>
                  <a:pt x="124" y="288"/>
                  <a:pt x="129" y="290"/>
                </a:cubicBezTo>
                <a:cubicBezTo>
                  <a:pt x="131" y="291"/>
                  <a:pt x="134" y="281"/>
                  <a:pt x="135" y="274"/>
                </a:cubicBezTo>
                <a:cubicBezTo>
                  <a:pt x="135" y="274"/>
                  <a:pt x="136" y="275"/>
                  <a:pt x="136" y="275"/>
                </a:cubicBezTo>
                <a:cubicBezTo>
                  <a:pt x="143" y="280"/>
                  <a:pt x="150" y="286"/>
                  <a:pt x="158" y="290"/>
                </a:cubicBezTo>
                <a:cubicBezTo>
                  <a:pt x="171" y="297"/>
                  <a:pt x="183" y="297"/>
                  <a:pt x="196" y="290"/>
                </a:cubicBezTo>
                <a:cubicBezTo>
                  <a:pt x="204" y="286"/>
                  <a:pt x="211" y="280"/>
                  <a:pt x="218" y="275"/>
                </a:cubicBezTo>
                <a:cubicBezTo>
                  <a:pt x="218" y="275"/>
                  <a:pt x="218" y="274"/>
                  <a:pt x="218" y="274"/>
                </a:cubicBezTo>
                <a:cubicBezTo>
                  <a:pt x="219" y="281"/>
                  <a:pt x="223" y="291"/>
                  <a:pt x="225" y="290"/>
                </a:cubicBezTo>
                <a:cubicBezTo>
                  <a:pt x="229" y="288"/>
                  <a:pt x="235" y="281"/>
                  <a:pt x="238" y="278"/>
                </a:cubicBezTo>
                <a:cubicBezTo>
                  <a:pt x="243" y="280"/>
                  <a:pt x="243" y="280"/>
                  <a:pt x="243" y="280"/>
                </a:cubicBezTo>
                <a:cubicBezTo>
                  <a:pt x="262" y="288"/>
                  <a:pt x="280" y="297"/>
                  <a:pt x="297" y="309"/>
                </a:cubicBezTo>
                <a:cubicBezTo>
                  <a:pt x="262" y="254"/>
                  <a:pt x="273" y="215"/>
                  <a:pt x="269" y="162"/>
                </a:cubicBezTo>
                <a:cubicBezTo>
                  <a:pt x="269" y="152"/>
                  <a:pt x="267" y="142"/>
                  <a:pt x="263" y="133"/>
                </a:cubicBezTo>
                <a:cubicBezTo>
                  <a:pt x="206" y="120"/>
                  <a:pt x="147" y="120"/>
                  <a:pt x="90" y="133"/>
                </a:cubicBezTo>
                <a:close/>
                <a:moveTo>
                  <a:pt x="9" y="28"/>
                </a:moveTo>
                <a:cubicBezTo>
                  <a:pt x="205" y="2"/>
                  <a:pt x="205" y="2"/>
                  <a:pt x="205" y="2"/>
                </a:cubicBezTo>
                <a:cubicBezTo>
                  <a:pt x="214" y="1"/>
                  <a:pt x="217" y="0"/>
                  <a:pt x="224" y="5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297" y="94"/>
                  <a:pt x="297" y="94"/>
                  <a:pt x="297" y="94"/>
                </a:cubicBezTo>
                <a:cubicBezTo>
                  <a:pt x="255" y="98"/>
                  <a:pt x="255" y="98"/>
                  <a:pt x="255" y="98"/>
                </a:cubicBezTo>
                <a:cubicBezTo>
                  <a:pt x="261" y="124"/>
                  <a:pt x="261" y="124"/>
                  <a:pt x="261" y="124"/>
                </a:cubicBezTo>
                <a:cubicBezTo>
                  <a:pt x="206" y="111"/>
                  <a:pt x="149" y="111"/>
                  <a:pt x="94" y="124"/>
                </a:cubicBezTo>
                <a:cubicBezTo>
                  <a:pt x="105" y="76"/>
                  <a:pt x="105" y="76"/>
                  <a:pt x="105" y="76"/>
                </a:cubicBezTo>
                <a:cubicBezTo>
                  <a:pt x="109" y="59"/>
                  <a:pt x="125" y="54"/>
                  <a:pt x="143" y="52"/>
                </a:cubicBezTo>
                <a:cubicBezTo>
                  <a:pt x="165" y="49"/>
                  <a:pt x="189" y="49"/>
                  <a:pt x="211" y="52"/>
                </a:cubicBezTo>
                <a:cubicBezTo>
                  <a:pt x="222" y="53"/>
                  <a:pt x="232" y="56"/>
                  <a:pt x="240" y="61"/>
                </a:cubicBezTo>
                <a:cubicBezTo>
                  <a:pt x="231" y="52"/>
                  <a:pt x="222" y="50"/>
                  <a:pt x="207" y="48"/>
                </a:cubicBezTo>
                <a:cubicBezTo>
                  <a:pt x="183" y="45"/>
                  <a:pt x="164" y="44"/>
                  <a:pt x="140" y="47"/>
                </a:cubicBezTo>
                <a:cubicBezTo>
                  <a:pt x="104" y="52"/>
                  <a:pt x="99" y="65"/>
                  <a:pt x="94" y="89"/>
                </a:cubicBezTo>
                <a:cubicBezTo>
                  <a:pt x="7" y="34"/>
                  <a:pt x="7" y="34"/>
                  <a:pt x="7" y="34"/>
                </a:cubicBezTo>
                <a:cubicBezTo>
                  <a:pt x="4" y="32"/>
                  <a:pt x="5" y="29"/>
                  <a:pt x="9" y="28"/>
                </a:cubicBezTo>
                <a:close/>
                <a:moveTo>
                  <a:pt x="308" y="120"/>
                </a:moveTo>
                <a:cubicBezTo>
                  <a:pt x="310" y="120"/>
                  <a:pt x="310" y="121"/>
                  <a:pt x="310" y="123"/>
                </a:cubicBezTo>
                <a:cubicBezTo>
                  <a:pt x="311" y="128"/>
                  <a:pt x="311" y="128"/>
                  <a:pt x="311" y="128"/>
                </a:cubicBezTo>
                <a:cubicBezTo>
                  <a:pt x="311" y="131"/>
                  <a:pt x="309" y="131"/>
                  <a:pt x="310" y="134"/>
                </a:cubicBezTo>
                <a:cubicBezTo>
                  <a:pt x="310" y="140"/>
                  <a:pt x="310" y="140"/>
                  <a:pt x="310" y="140"/>
                </a:cubicBezTo>
                <a:cubicBezTo>
                  <a:pt x="310" y="142"/>
                  <a:pt x="311" y="142"/>
                  <a:pt x="311" y="145"/>
                </a:cubicBezTo>
                <a:cubicBezTo>
                  <a:pt x="317" y="189"/>
                  <a:pt x="317" y="189"/>
                  <a:pt x="317" y="189"/>
                </a:cubicBezTo>
                <a:cubicBezTo>
                  <a:pt x="314" y="195"/>
                  <a:pt x="295" y="194"/>
                  <a:pt x="292" y="189"/>
                </a:cubicBezTo>
                <a:cubicBezTo>
                  <a:pt x="297" y="145"/>
                  <a:pt x="297" y="145"/>
                  <a:pt x="297" y="145"/>
                </a:cubicBezTo>
                <a:cubicBezTo>
                  <a:pt x="297" y="143"/>
                  <a:pt x="299" y="142"/>
                  <a:pt x="299" y="140"/>
                </a:cubicBezTo>
                <a:cubicBezTo>
                  <a:pt x="299" y="134"/>
                  <a:pt x="299" y="134"/>
                  <a:pt x="299" y="134"/>
                </a:cubicBezTo>
                <a:cubicBezTo>
                  <a:pt x="299" y="131"/>
                  <a:pt x="298" y="131"/>
                  <a:pt x="298" y="128"/>
                </a:cubicBezTo>
                <a:cubicBezTo>
                  <a:pt x="298" y="123"/>
                  <a:pt x="298" y="123"/>
                  <a:pt x="298" y="123"/>
                </a:cubicBezTo>
                <a:cubicBezTo>
                  <a:pt x="299" y="121"/>
                  <a:pt x="299" y="120"/>
                  <a:pt x="301" y="120"/>
                </a:cubicBezTo>
                <a:cubicBezTo>
                  <a:pt x="301" y="49"/>
                  <a:pt x="301" y="49"/>
                  <a:pt x="301" y="49"/>
                </a:cubicBezTo>
                <a:cubicBezTo>
                  <a:pt x="304" y="49"/>
                  <a:pt x="304" y="49"/>
                  <a:pt x="304" y="49"/>
                </a:cubicBezTo>
                <a:cubicBezTo>
                  <a:pt x="306" y="49"/>
                  <a:pt x="308" y="51"/>
                  <a:pt x="308" y="53"/>
                </a:cubicBezTo>
                <a:cubicBezTo>
                  <a:pt x="308" y="60"/>
                  <a:pt x="308" y="60"/>
                  <a:pt x="308" y="60"/>
                </a:cubicBezTo>
                <a:cubicBezTo>
                  <a:pt x="344" y="83"/>
                  <a:pt x="344" y="83"/>
                  <a:pt x="344" y="83"/>
                </a:cubicBezTo>
                <a:cubicBezTo>
                  <a:pt x="347" y="85"/>
                  <a:pt x="346" y="88"/>
                  <a:pt x="343" y="88"/>
                </a:cubicBezTo>
                <a:cubicBezTo>
                  <a:pt x="308" y="92"/>
                  <a:pt x="308" y="92"/>
                  <a:pt x="308" y="92"/>
                </a:cubicBezTo>
                <a:cubicBezTo>
                  <a:pt x="308" y="120"/>
                  <a:pt x="308" y="120"/>
                  <a:pt x="308" y="12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251D31C-0570-4EE1-A075-47D19576621D}"/>
              </a:ext>
            </a:extLst>
          </p:cNvPr>
          <p:cNvSpPr txBox="1"/>
          <p:nvPr/>
        </p:nvSpPr>
        <p:spPr>
          <a:xfrm>
            <a:off x="845401" y="3063801"/>
            <a:ext cx="53197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Prevent smartphone distractions</a:t>
            </a:r>
            <a:r>
              <a:rPr lang="en-US" dirty="0"/>
              <a:t> before they occur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Engage students </a:t>
            </a:r>
            <a:r>
              <a:rPr lang="en-US" dirty="0"/>
              <a:t>with innovative teaching applications using </a:t>
            </a:r>
            <a:r>
              <a:rPr lang="en-US" b="1" dirty="0">
                <a:solidFill>
                  <a:srgbClr val="002060"/>
                </a:solidFill>
              </a:rPr>
              <a:t>their personal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</a:t>
            </a:r>
            <a:r>
              <a:rPr lang="en-US" b="1" dirty="0">
                <a:solidFill>
                  <a:srgbClr val="002060"/>
                </a:solidFill>
              </a:rPr>
              <a:t>academic honesty </a:t>
            </a:r>
            <a:r>
              <a:rPr lang="en-US" dirty="0"/>
              <a:t>and </a:t>
            </a:r>
            <a:r>
              <a:rPr lang="en-US" b="1" dirty="0">
                <a:solidFill>
                  <a:srgbClr val="002060"/>
                </a:solidFill>
              </a:rPr>
              <a:t>prevent cheating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Equip students with the tools to develop </a:t>
            </a:r>
            <a:r>
              <a:rPr lang="en-US" b="1" dirty="0">
                <a:solidFill>
                  <a:srgbClr val="002060"/>
                </a:solidFill>
              </a:rPr>
              <a:t>healthy technology habits</a:t>
            </a:r>
            <a:r>
              <a:rPr lang="en-US" dirty="0"/>
              <a:t> – for life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400EA4B-1281-4DFD-BFA6-0E6B66F4A84D}"/>
              </a:ext>
            </a:extLst>
          </p:cNvPr>
          <p:cNvSpPr txBox="1"/>
          <p:nvPr/>
        </p:nvSpPr>
        <p:spPr>
          <a:xfrm>
            <a:off x="6655392" y="3063801"/>
            <a:ext cx="52412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Eliminate the burden</a:t>
            </a:r>
            <a:r>
              <a:rPr lang="en-US" dirty="0"/>
              <a:t> of monitoring and policing students’ personal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Empower teachers to gain the benefits of a modern, </a:t>
            </a:r>
            <a:r>
              <a:rPr lang="en-US" b="1" dirty="0">
                <a:solidFill>
                  <a:srgbClr val="002060"/>
                </a:solidFill>
              </a:rPr>
              <a:t>technology-enabled classroom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Give economically-disadvantaged districts</a:t>
            </a:r>
            <a:r>
              <a:rPr lang="en-US" dirty="0"/>
              <a:t> the benefits of “one student, one device” without paying hundreds of dollars per student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7" name="Freeform 146">
            <a:extLst>
              <a:ext uri="{FF2B5EF4-FFF2-40B4-BE49-F238E27FC236}">
                <a16:creationId xmlns:a16="http://schemas.microsoft.com/office/drawing/2014/main" xmlns="" id="{630D9600-A24D-4E14-A712-3CFD89E2FBC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522125" y="1694658"/>
            <a:ext cx="1245057" cy="945208"/>
          </a:xfrm>
          <a:custGeom>
            <a:avLst/>
            <a:gdLst>
              <a:gd name="T0" fmla="*/ 13 w 412"/>
              <a:gd name="T1" fmla="*/ 0 h 355"/>
              <a:gd name="T2" fmla="*/ 399 w 412"/>
              <a:gd name="T3" fmla="*/ 0 h 355"/>
              <a:gd name="T4" fmla="*/ 399 w 412"/>
              <a:gd name="T5" fmla="*/ 212 h 355"/>
              <a:gd name="T6" fmla="*/ 376 w 412"/>
              <a:gd name="T7" fmla="*/ 212 h 355"/>
              <a:gd name="T8" fmla="*/ 368 w 412"/>
              <a:gd name="T9" fmla="*/ 177 h 355"/>
              <a:gd name="T10" fmla="*/ 314 w 412"/>
              <a:gd name="T11" fmla="*/ 160 h 355"/>
              <a:gd name="T12" fmla="*/ 287 w 412"/>
              <a:gd name="T13" fmla="*/ 129 h 355"/>
              <a:gd name="T14" fmla="*/ 216 w 412"/>
              <a:gd name="T15" fmla="*/ 135 h 355"/>
              <a:gd name="T16" fmla="*/ 202 w 412"/>
              <a:gd name="T17" fmla="*/ 128 h 355"/>
              <a:gd name="T18" fmla="*/ 148 w 412"/>
              <a:gd name="T19" fmla="*/ 127 h 355"/>
              <a:gd name="T20" fmla="*/ 135 w 412"/>
              <a:gd name="T21" fmla="*/ 125 h 355"/>
              <a:gd name="T22" fmla="*/ 87 w 412"/>
              <a:gd name="T23" fmla="*/ 110 h 355"/>
              <a:gd name="T24" fmla="*/ 78 w 412"/>
              <a:gd name="T25" fmla="*/ 132 h 355"/>
              <a:gd name="T26" fmla="*/ 124 w 412"/>
              <a:gd name="T27" fmla="*/ 149 h 355"/>
              <a:gd name="T28" fmla="*/ 137 w 412"/>
              <a:gd name="T29" fmla="*/ 152 h 355"/>
              <a:gd name="T30" fmla="*/ 158 w 412"/>
              <a:gd name="T31" fmla="*/ 156 h 355"/>
              <a:gd name="T32" fmla="*/ 172 w 412"/>
              <a:gd name="T33" fmla="*/ 172 h 355"/>
              <a:gd name="T34" fmla="*/ 168 w 412"/>
              <a:gd name="T35" fmla="*/ 177 h 355"/>
              <a:gd name="T36" fmla="*/ 160 w 412"/>
              <a:gd name="T37" fmla="*/ 212 h 355"/>
              <a:gd name="T38" fmla="*/ 127 w 412"/>
              <a:gd name="T39" fmla="*/ 212 h 355"/>
              <a:gd name="T40" fmla="*/ 119 w 412"/>
              <a:gd name="T41" fmla="*/ 177 h 355"/>
              <a:gd name="T42" fmla="*/ 44 w 412"/>
              <a:gd name="T43" fmla="*/ 177 h 355"/>
              <a:gd name="T44" fmla="*/ 36 w 412"/>
              <a:gd name="T45" fmla="*/ 212 h 355"/>
              <a:gd name="T46" fmla="*/ 13 w 412"/>
              <a:gd name="T47" fmla="*/ 212 h 355"/>
              <a:gd name="T48" fmla="*/ 13 w 412"/>
              <a:gd name="T49" fmla="*/ 0 h 355"/>
              <a:gd name="T50" fmla="*/ 46 w 412"/>
              <a:gd name="T51" fmla="*/ 252 h 355"/>
              <a:gd name="T52" fmla="*/ 117 w 412"/>
              <a:gd name="T53" fmla="*/ 252 h 355"/>
              <a:gd name="T54" fmla="*/ 144 w 412"/>
              <a:gd name="T55" fmla="*/ 278 h 355"/>
              <a:gd name="T56" fmla="*/ 170 w 412"/>
              <a:gd name="T57" fmla="*/ 252 h 355"/>
              <a:gd name="T58" fmla="*/ 242 w 412"/>
              <a:gd name="T59" fmla="*/ 252 h 355"/>
              <a:gd name="T60" fmla="*/ 268 w 412"/>
              <a:gd name="T61" fmla="*/ 278 h 355"/>
              <a:gd name="T62" fmla="*/ 295 w 412"/>
              <a:gd name="T63" fmla="*/ 252 h 355"/>
              <a:gd name="T64" fmla="*/ 366 w 412"/>
              <a:gd name="T65" fmla="*/ 252 h 355"/>
              <a:gd name="T66" fmla="*/ 410 w 412"/>
              <a:gd name="T67" fmla="*/ 327 h 355"/>
              <a:gd name="T68" fmla="*/ 268 w 412"/>
              <a:gd name="T69" fmla="*/ 342 h 355"/>
              <a:gd name="T70" fmla="*/ 144 w 412"/>
              <a:gd name="T71" fmla="*/ 342 h 355"/>
              <a:gd name="T72" fmla="*/ 2 w 412"/>
              <a:gd name="T73" fmla="*/ 327 h 355"/>
              <a:gd name="T74" fmla="*/ 46 w 412"/>
              <a:gd name="T75" fmla="*/ 252 h 355"/>
              <a:gd name="T76" fmla="*/ 346 w 412"/>
              <a:gd name="T77" fmla="*/ 254 h 355"/>
              <a:gd name="T78" fmla="*/ 360 w 412"/>
              <a:gd name="T79" fmla="*/ 182 h 355"/>
              <a:gd name="T80" fmla="*/ 302 w 412"/>
              <a:gd name="T81" fmla="*/ 182 h 355"/>
              <a:gd name="T82" fmla="*/ 315 w 412"/>
              <a:gd name="T83" fmla="*/ 254 h 355"/>
              <a:gd name="T84" fmla="*/ 346 w 412"/>
              <a:gd name="T85" fmla="*/ 254 h 355"/>
              <a:gd name="T86" fmla="*/ 221 w 412"/>
              <a:gd name="T87" fmla="*/ 254 h 355"/>
              <a:gd name="T88" fmla="*/ 235 w 412"/>
              <a:gd name="T89" fmla="*/ 182 h 355"/>
              <a:gd name="T90" fmla="*/ 177 w 412"/>
              <a:gd name="T91" fmla="*/ 182 h 355"/>
              <a:gd name="T92" fmla="*/ 191 w 412"/>
              <a:gd name="T93" fmla="*/ 254 h 355"/>
              <a:gd name="T94" fmla="*/ 221 w 412"/>
              <a:gd name="T95" fmla="*/ 254 h 355"/>
              <a:gd name="T96" fmla="*/ 97 w 412"/>
              <a:gd name="T97" fmla="*/ 254 h 355"/>
              <a:gd name="T98" fmla="*/ 110 w 412"/>
              <a:gd name="T99" fmla="*/ 182 h 355"/>
              <a:gd name="T100" fmla="*/ 52 w 412"/>
              <a:gd name="T101" fmla="*/ 182 h 355"/>
              <a:gd name="T102" fmla="*/ 66 w 412"/>
              <a:gd name="T103" fmla="*/ 254 h 355"/>
              <a:gd name="T104" fmla="*/ 97 w 412"/>
              <a:gd name="T105" fmla="*/ 254 h 355"/>
              <a:gd name="T106" fmla="*/ 267 w 412"/>
              <a:gd name="T107" fmla="*/ 125 h 355"/>
              <a:gd name="T108" fmla="*/ 276 w 412"/>
              <a:gd name="T109" fmla="*/ 59 h 355"/>
              <a:gd name="T110" fmla="*/ 220 w 412"/>
              <a:gd name="T111" fmla="*/ 59 h 355"/>
              <a:gd name="T112" fmla="*/ 229 w 412"/>
              <a:gd name="T113" fmla="*/ 125 h 355"/>
              <a:gd name="T114" fmla="*/ 267 w 412"/>
              <a:gd name="T115" fmla="*/ 12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12" h="355">
                <a:moveTo>
                  <a:pt x="13" y="0"/>
                </a:moveTo>
                <a:cubicBezTo>
                  <a:pt x="399" y="0"/>
                  <a:pt x="399" y="0"/>
                  <a:pt x="399" y="0"/>
                </a:cubicBezTo>
                <a:cubicBezTo>
                  <a:pt x="399" y="212"/>
                  <a:pt x="399" y="212"/>
                  <a:pt x="399" y="212"/>
                </a:cubicBezTo>
                <a:cubicBezTo>
                  <a:pt x="376" y="212"/>
                  <a:pt x="376" y="212"/>
                  <a:pt x="376" y="212"/>
                </a:cubicBezTo>
                <a:cubicBezTo>
                  <a:pt x="377" y="200"/>
                  <a:pt x="375" y="188"/>
                  <a:pt x="368" y="177"/>
                </a:cubicBezTo>
                <a:cubicBezTo>
                  <a:pt x="357" y="159"/>
                  <a:pt x="333" y="153"/>
                  <a:pt x="314" y="160"/>
                </a:cubicBezTo>
                <a:cubicBezTo>
                  <a:pt x="309" y="147"/>
                  <a:pt x="300" y="135"/>
                  <a:pt x="287" y="129"/>
                </a:cubicBezTo>
                <a:cubicBezTo>
                  <a:pt x="267" y="152"/>
                  <a:pt x="238" y="154"/>
                  <a:pt x="216" y="135"/>
                </a:cubicBezTo>
                <a:cubicBezTo>
                  <a:pt x="210" y="130"/>
                  <a:pt x="209" y="129"/>
                  <a:pt x="202" y="128"/>
                </a:cubicBezTo>
                <a:cubicBezTo>
                  <a:pt x="148" y="127"/>
                  <a:pt x="148" y="127"/>
                  <a:pt x="148" y="127"/>
                </a:cubicBezTo>
                <a:cubicBezTo>
                  <a:pt x="144" y="127"/>
                  <a:pt x="139" y="126"/>
                  <a:pt x="135" y="125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72" y="104"/>
                  <a:pt x="65" y="127"/>
                  <a:pt x="78" y="132"/>
                </a:cubicBezTo>
                <a:cubicBezTo>
                  <a:pt x="124" y="149"/>
                  <a:pt x="124" y="149"/>
                  <a:pt x="124" y="149"/>
                </a:cubicBezTo>
                <a:cubicBezTo>
                  <a:pt x="130" y="151"/>
                  <a:pt x="130" y="151"/>
                  <a:pt x="137" y="152"/>
                </a:cubicBezTo>
                <a:cubicBezTo>
                  <a:pt x="158" y="156"/>
                  <a:pt x="158" y="156"/>
                  <a:pt x="158" y="156"/>
                </a:cubicBezTo>
                <a:cubicBezTo>
                  <a:pt x="170" y="158"/>
                  <a:pt x="172" y="163"/>
                  <a:pt x="172" y="172"/>
                </a:cubicBezTo>
                <a:cubicBezTo>
                  <a:pt x="171" y="174"/>
                  <a:pt x="170" y="175"/>
                  <a:pt x="168" y="177"/>
                </a:cubicBezTo>
                <a:cubicBezTo>
                  <a:pt x="162" y="188"/>
                  <a:pt x="160" y="200"/>
                  <a:pt x="160" y="212"/>
                </a:cubicBezTo>
                <a:cubicBezTo>
                  <a:pt x="127" y="212"/>
                  <a:pt x="127" y="212"/>
                  <a:pt x="127" y="212"/>
                </a:cubicBezTo>
                <a:cubicBezTo>
                  <a:pt x="128" y="200"/>
                  <a:pt x="125" y="188"/>
                  <a:pt x="119" y="177"/>
                </a:cubicBezTo>
                <a:cubicBezTo>
                  <a:pt x="103" y="151"/>
                  <a:pt x="60" y="151"/>
                  <a:pt x="44" y="177"/>
                </a:cubicBezTo>
                <a:cubicBezTo>
                  <a:pt x="37" y="188"/>
                  <a:pt x="35" y="200"/>
                  <a:pt x="36" y="212"/>
                </a:cubicBezTo>
                <a:cubicBezTo>
                  <a:pt x="13" y="212"/>
                  <a:pt x="13" y="212"/>
                  <a:pt x="13" y="212"/>
                </a:cubicBezTo>
                <a:lnTo>
                  <a:pt x="13" y="0"/>
                </a:lnTo>
                <a:close/>
                <a:moveTo>
                  <a:pt x="46" y="252"/>
                </a:moveTo>
                <a:cubicBezTo>
                  <a:pt x="66" y="276"/>
                  <a:pt x="96" y="276"/>
                  <a:pt x="117" y="252"/>
                </a:cubicBezTo>
                <a:cubicBezTo>
                  <a:pt x="128" y="257"/>
                  <a:pt x="137" y="267"/>
                  <a:pt x="144" y="278"/>
                </a:cubicBezTo>
                <a:cubicBezTo>
                  <a:pt x="151" y="267"/>
                  <a:pt x="160" y="257"/>
                  <a:pt x="170" y="252"/>
                </a:cubicBezTo>
                <a:cubicBezTo>
                  <a:pt x="191" y="276"/>
                  <a:pt x="221" y="276"/>
                  <a:pt x="242" y="252"/>
                </a:cubicBezTo>
                <a:cubicBezTo>
                  <a:pt x="252" y="257"/>
                  <a:pt x="261" y="267"/>
                  <a:pt x="268" y="278"/>
                </a:cubicBezTo>
                <a:cubicBezTo>
                  <a:pt x="275" y="267"/>
                  <a:pt x="284" y="257"/>
                  <a:pt x="295" y="252"/>
                </a:cubicBezTo>
                <a:cubicBezTo>
                  <a:pt x="316" y="276"/>
                  <a:pt x="346" y="276"/>
                  <a:pt x="366" y="252"/>
                </a:cubicBezTo>
                <a:cubicBezTo>
                  <a:pt x="393" y="264"/>
                  <a:pt x="408" y="306"/>
                  <a:pt x="410" y="327"/>
                </a:cubicBezTo>
                <a:cubicBezTo>
                  <a:pt x="412" y="351"/>
                  <a:pt x="310" y="355"/>
                  <a:pt x="268" y="342"/>
                </a:cubicBezTo>
                <a:cubicBezTo>
                  <a:pt x="238" y="352"/>
                  <a:pt x="174" y="352"/>
                  <a:pt x="144" y="342"/>
                </a:cubicBezTo>
                <a:cubicBezTo>
                  <a:pt x="102" y="355"/>
                  <a:pt x="0" y="351"/>
                  <a:pt x="2" y="327"/>
                </a:cubicBezTo>
                <a:cubicBezTo>
                  <a:pt x="4" y="306"/>
                  <a:pt x="20" y="264"/>
                  <a:pt x="46" y="252"/>
                </a:cubicBezTo>
                <a:close/>
                <a:moveTo>
                  <a:pt x="346" y="254"/>
                </a:moveTo>
                <a:cubicBezTo>
                  <a:pt x="362" y="241"/>
                  <a:pt x="375" y="208"/>
                  <a:pt x="360" y="182"/>
                </a:cubicBezTo>
                <a:cubicBezTo>
                  <a:pt x="347" y="161"/>
                  <a:pt x="314" y="161"/>
                  <a:pt x="302" y="182"/>
                </a:cubicBezTo>
                <a:cubicBezTo>
                  <a:pt x="286" y="208"/>
                  <a:pt x="300" y="241"/>
                  <a:pt x="315" y="254"/>
                </a:cubicBezTo>
                <a:cubicBezTo>
                  <a:pt x="322" y="259"/>
                  <a:pt x="339" y="259"/>
                  <a:pt x="346" y="254"/>
                </a:cubicBezTo>
                <a:close/>
                <a:moveTo>
                  <a:pt x="221" y="254"/>
                </a:moveTo>
                <a:cubicBezTo>
                  <a:pt x="237" y="241"/>
                  <a:pt x="251" y="208"/>
                  <a:pt x="235" y="182"/>
                </a:cubicBezTo>
                <a:cubicBezTo>
                  <a:pt x="223" y="161"/>
                  <a:pt x="189" y="161"/>
                  <a:pt x="177" y="182"/>
                </a:cubicBezTo>
                <a:cubicBezTo>
                  <a:pt x="161" y="208"/>
                  <a:pt x="175" y="241"/>
                  <a:pt x="191" y="254"/>
                </a:cubicBezTo>
                <a:cubicBezTo>
                  <a:pt x="198" y="259"/>
                  <a:pt x="214" y="259"/>
                  <a:pt x="221" y="254"/>
                </a:cubicBezTo>
                <a:close/>
                <a:moveTo>
                  <a:pt x="97" y="254"/>
                </a:moveTo>
                <a:cubicBezTo>
                  <a:pt x="112" y="241"/>
                  <a:pt x="126" y="208"/>
                  <a:pt x="110" y="182"/>
                </a:cubicBezTo>
                <a:cubicBezTo>
                  <a:pt x="98" y="161"/>
                  <a:pt x="65" y="161"/>
                  <a:pt x="52" y="182"/>
                </a:cubicBezTo>
                <a:cubicBezTo>
                  <a:pt x="37" y="208"/>
                  <a:pt x="50" y="241"/>
                  <a:pt x="66" y="254"/>
                </a:cubicBezTo>
                <a:cubicBezTo>
                  <a:pt x="73" y="259"/>
                  <a:pt x="90" y="259"/>
                  <a:pt x="97" y="254"/>
                </a:cubicBezTo>
                <a:close/>
                <a:moveTo>
                  <a:pt x="267" y="125"/>
                </a:moveTo>
                <a:cubicBezTo>
                  <a:pt x="280" y="111"/>
                  <a:pt x="290" y="82"/>
                  <a:pt x="276" y="59"/>
                </a:cubicBezTo>
                <a:cubicBezTo>
                  <a:pt x="264" y="39"/>
                  <a:pt x="232" y="39"/>
                  <a:pt x="220" y="59"/>
                </a:cubicBezTo>
                <a:cubicBezTo>
                  <a:pt x="206" y="82"/>
                  <a:pt x="216" y="111"/>
                  <a:pt x="229" y="125"/>
                </a:cubicBezTo>
                <a:cubicBezTo>
                  <a:pt x="239" y="136"/>
                  <a:pt x="257" y="136"/>
                  <a:pt x="267" y="12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48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FBFEAF-EFEE-4DC5-B59E-32A8D1F42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xmlns="" id="{7B360405-2E0C-4B9A-AE67-41358749AFC0}"/>
              </a:ext>
            </a:extLst>
          </p:cNvPr>
          <p:cNvGrpSpPr>
            <a:grpSpLocks noChangeAspect="1"/>
          </p:cNvGrpSpPr>
          <p:nvPr/>
        </p:nvGrpSpPr>
        <p:grpSpPr>
          <a:xfrm>
            <a:off x="3777680" y="2544229"/>
            <a:ext cx="2074920" cy="4023360"/>
            <a:chOff x="1784393" y="3429000"/>
            <a:chExt cx="1221289" cy="2368133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xmlns="" id="{45004D38-33B3-48AE-9076-B1059F4BB2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22" t="5360" r="26400" b="5292"/>
            <a:stretch/>
          </p:blipFill>
          <p:spPr>
            <a:xfrm>
              <a:off x="1784393" y="3429000"/>
              <a:ext cx="1221289" cy="2368133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xmlns="" id="{AA94310E-F414-4BC7-9711-B780FBC24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8873" y="3706861"/>
              <a:ext cx="1024406" cy="181241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xmlns="" id="{EB1677D4-BF2A-4152-A374-F79F0CD9E7C2}"/>
              </a:ext>
            </a:extLst>
          </p:cNvPr>
          <p:cNvGrpSpPr>
            <a:grpSpLocks noChangeAspect="1"/>
          </p:cNvGrpSpPr>
          <p:nvPr/>
        </p:nvGrpSpPr>
        <p:grpSpPr>
          <a:xfrm>
            <a:off x="6679899" y="2544229"/>
            <a:ext cx="2074919" cy="4023360"/>
            <a:chOff x="6396401" y="1107293"/>
            <a:chExt cx="1221289" cy="2368133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xmlns="" id="{69A95C54-9926-4CA2-9D96-8A6BA2B6CC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22" t="5360" r="26400" b="5292"/>
            <a:stretch/>
          </p:blipFill>
          <p:spPr>
            <a:xfrm>
              <a:off x="6396401" y="1107293"/>
              <a:ext cx="1221289" cy="2368133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xmlns="" id="{21D5D9B8-E9B7-48A0-B033-51A249540A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02"/>
            <a:stretch/>
          </p:blipFill>
          <p:spPr>
            <a:xfrm>
              <a:off x="6476712" y="1386103"/>
              <a:ext cx="1022958" cy="1810512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xmlns="" id="{66299878-7A5D-4E6A-BA4E-500E12536545}"/>
              </a:ext>
            </a:extLst>
          </p:cNvPr>
          <p:cNvGrpSpPr>
            <a:grpSpLocks noChangeAspect="1"/>
          </p:cNvGrpSpPr>
          <p:nvPr/>
        </p:nvGrpSpPr>
        <p:grpSpPr>
          <a:xfrm>
            <a:off x="9582117" y="2544229"/>
            <a:ext cx="2074920" cy="4023360"/>
            <a:chOff x="9787120" y="506623"/>
            <a:chExt cx="1221289" cy="2368133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xmlns="" id="{44B2E718-EA4D-4992-ABE1-EF94025CB0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22" t="5360" r="26400" b="5292"/>
            <a:stretch/>
          </p:blipFill>
          <p:spPr>
            <a:xfrm>
              <a:off x="9787120" y="506623"/>
              <a:ext cx="1221289" cy="2368133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xmlns="" id="{B986B964-52D8-4E50-BCE1-D6F60534E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9958" y="785433"/>
              <a:ext cx="1017904" cy="1810512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xmlns="" id="{A2EEF416-5F58-498B-8440-537A2D38E9EF}"/>
              </a:ext>
            </a:extLst>
          </p:cNvPr>
          <p:cNvGrpSpPr>
            <a:grpSpLocks noChangeAspect="1"/>
          </p:cNvGrpSpPr>
          <p:nvPr/>
        </p:nvGrpSpPr>
        <p:grpSpPr>
          <a:xfrm>
            <a:off x="875464" y="2544229"/>
            <a:ext cx="2074917" cy="4023360"/>
            <a:chOff x="1346264" y="3219321"/>
            <a:chExt cx="1688230" cy="3273552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xmlns="" id="{BECC61CC-2CAA-4EDA-9D1B-2F5ADD279C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22" t="5360" r="26400" b="5292"/>
            <a:stretch/>
          </p:blipFill>
          <p:spPr>
            <a:xfrm>
              <a:off x="1346264" y="3219321"/>
              <a:ext cx="1688230" cy="3273552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xmlns="" id="{B36ADD86-191E-4F79-A87D-FB8973DC2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369" y="3612796"/>
              <a:ext cx="1408615" cy="2505456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xmlns="" id="{7DB61C83-9683-4870-9523-8B13F48F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5582" y="4352262"/>
              <a:ext cx="1389225" cy="398848"/>
            </a:xfrm>
            <a:prstGeom prst="rect">
              <a:avLst/>
            </a:prstGeom>
          </p:spPr>
        </p:pic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8D4938C9-1E97-49D7-8C79-813A4FF97D8B}"/>
              </a:ext>
            </a:extLst>
          </p:cNvPr>
          <p:cNvSpPr>
            <a:spLocks noChangeAspect="1"/>
          </p:cNvSpPr>
          <p:nvPr/>
        </p:nvSpPr>
        <p:spPr>
          <a:xfrm>
            <a:off x="614833" y="1648119"/>
            <a:ext cx="274320" cy="27432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10C1C366-6419-4922-B1DB-541DD9958A66}"/>
              </a:ext>
            </a:extLst>
          </p:cNvPr>
          <p:cNvSpPr txBox="1"/>
          <p:nvPr/>
        </p:nvSpPr>
        <p:spPr>
          <a:xfrm>
            <a:off x="984775" y="1591557"/>
            <a:ext cx="2240280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b="1" dirty="0"/>
              <a:t>At start of class, students are notified to mark themselves “Present”.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C30742D0-8E3A-4670-A72E-C6CDD80F22F5}"/>
              </a:ext>
            </a:extLst>
          </p:cNvPr>
          <p:cNvSpPr>
            <a:spLocks noChangeAspect="1"/>
          </p:cNvSpPr>
          <p:nvPr/>
        </p:nvSpPr>
        <p:spPr>
          <a:xfrm>
            <a:off x="3483997" y="1648119"/>
            <a:ext cx="274320" cy="27432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42D66A4C-B273-4661-9FB1-E373E1AF7D6D}"/>
              </a:ext>
            </a:extLst>
          </p:cNvPr>
          <p:cNvSpPr txBox="1"/>
          <p:nvPr/>
        </p:nvSpPr>
        <p:spPr>
          <a:xfrm>
            <a:off x="3856074" y="1591557"/>
            <a:ext cx="2238143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b="1" dirty="0"/>
              <a:t>Student phones are locked. They cannot text, email, game or use other distracting apps.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xmlns="" id="{28C170F3-87DE-46F8-A559-6B79B91AABE3}"/>
              </a:ext>
            </a:extLst>
          </p:cNvPr>
          <p:cNvSpPr>
            <a:spLocks noChangeAspect="1"/>
          </p:cNvSpPr>
          <p:nvPr/>
        </p:nvSpPr>
        <p:spPr>
          <a:xfrm>
            <a:off x="6353159" y="1648119"/>
            <a:ext cx="274320" cy="27432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8BCA4BEC-4BB5-4586-8ECD-160D620DC32D}"/>
              </a:ext>
            </a:extLst>
          </p:cNvPr>
          <p:cNvSpPr txBox="1"/>
          <p:nvPr/>
        </p:nvSpPr>
        <p:spPr>
          <a:xfrm>
            <a:off x="6725234" y="1591557"/>
            <a:ext cx="2238143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b="1" dirty="0"/>
              <a:t>Teachers can create, distribute, and view live-quizzes to engage students via devices.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xmlns="" id="{983D920D-6FEB-4CB0-801B-50C179B05A1A}"/>
              </a:ext>
            </a:extLst>
          </p:cNvPr>
          <p:cNvSpPr>
            <a:spLocks noChangeAspect="1"/>
          </p:cNvSpPr>
          <p:nvPr/>
        </p:nvSpPr>
        <p:spPr>
          <a:xfrm>
            <a:off x="9222320" y="1648119"/>
            <a:ext cx="274320" cy="27432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E2434537-68E0-4C59-8674-C6C26B1A9A67}"/>
              </a:ext>
            </a:extLst>
          </p:cNvPr>
          <p:cNvSpPr txBox="1"/>
          <p:nvPr/>
        </p:nvSpPr>
        <p:spPr>
          <a:xfrm>
            <a:off x="9582117" y="1591557"/>
            <a:ext cx="2411920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b="1" dirty="0"/>
              <a:t>At the end of class, student phones are automatically unlocked.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xmlns="" id="{BBF7ED82-60B1-4C2C-8AF8-B803B8A54778}"/>
              </a:ext>
            </a:extLst>
          </p:cNvPr>
          <p:cNvCxnSpPr/>
          <p:nvPr/>
        </p:nvCxnSpPr>
        <p:spPr>
          <a:xfrm>
            <a:off x="3123015" y="4555909"/>
            <a:ext cx="482031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xmlns="" id="{B8CF16B3-169A-4842-B8BB-2A3F3EEB72B3}"/>
              </a:ext>
            </a:extLst>
          </p:cNvPr>
          <p:cNvCxnSpPr/>
          <p:nvPr/>
        </p:nvCxnSpPr>
        <p:spPr>
          <a:xfrm>
            <a:off x="6025234" y="4555909"/>
            <a:ext cx="482031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xmlns="" id="{36521199-637B-457B-9E4C-F4ADD52377DD}"/>
              </a:ext>
            </a:extLst>
          </p:cNvPr>
          <p:cNvCxnSpPr/>
          <p:nvPr/>
        </p:nvCxnSpPr>
        <p:spPr>
          <a:xfrm>
            <a:off x="8927452" y="4555909"/>
            <a:ext cx="482031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75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C853E9-FEDB-4F72-9FD1-FBEB364CE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Size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8B8330AE-C272-4FC4-AAA0-BB4441B736AE}"/>
              </a:ext>
            </a:extLst>
          </p:cNvPr>
          <p:cNvSpPr>
            <a:spLocks noChangeAspect="1"/>
          </p:cNvSpPr>
          <p:nvPr/>
        </p:nvSpPr>
        <p:spPr>
          <a:xfrm>
            <a:off x="5624908" y="3027871"/>
            <a:ext cx="2468880" cy="246888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1.4 Million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9C4D8A7-BC99-4CA1-B1B3-DD756C2FD482}"/>
              </a:ext>
            </a:extLst>
          </p:cNvPr>
          <p:cNvSpPr txBox="1"/>
          <p:nvPr/>
        </p:nvSpPr>
        <p:spPr>
          <a:xfrm>
            <a:off x="5700170" y="5976215"/>
            <a:ext cx="231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Middle and High School Teachers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Total Serviceable Market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A92BFB3A-0CD2-4AC3-8C45-BC08A0C9770A}"/>
              </a:ext>
            </a:extLst>
          </p:cNvPr>
          <p:cNvSpPr>
            <a:spLocks noChangeAspect="1"/>
          </p:cNvSpPr>
          <p:nvPr/>
        </p:nvSpPr>
        <p:spPr>
          <a:xfrm>
            <a:off x="1073727" y="1839151"/>
            <a:ext cx="3657600" cy="36576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5.2 Million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C2EBDD4-736B-40B4-B813-6E843CEF0B65}"/>
              </a:ext>
            </a:extLst>
          </p:cNvPr>
          <p:cNvSpPr txBox="1"/>
          <p:nvPr/>
        </p:nvSpPr>
        <p:spPr>
          <a:xfrm>
            <a:off x="1163518" y="5976215"/>
            <a:ext cx="3478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Elementary through Post-Secondary Teachers </a:t>
            </a:r>
            <a:r>
              <a:rPr lang="en-US" sz="1200" dirty="0"/>
              <a:t>(USA)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Total Available Market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CAAFDEC1-5F7F-4803-A0E7-4172CB6837DD}"/>
              </a:ext>
            </a:extLst>
          </p:cNvPr>
          <p:cNvSpPr>
            <a:spLocks noChangeAspect="1"/>
          </p:cNvSpPr>
          <p:nvPr/>
        </p:nvSpPr>
        <p:spPr>
          <a:xfrm>
            <a:off x="9362748" y="4399471"/>
            <a:ext cx="1097280" cy="109728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150,000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EEE9653-106A-43FF-8155-E32749AF6356}"/>
              </a:ext>
            </a:extLst>
          </p:cNvPr>
          <p:cNvSpPr txBox="1"/>
          <p:nvPr/>
        </p:nvSpPr>
        <p:spPr>
          <a:xfrm>
            <a:off x="8955289" y="5976215"/>
            <a:ext cx="1912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Early Adopters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Target Market Share</a:t>
            </a:r>
          </a:p>
        </p:txBody>
      </p:sp>
    </p:spTree>
    <p:extLst>
      <p:ext uri="{BB962C8B-B14F-4D97-AF65-F5344CB8AC3E}">
        <p14:creationId xmlns:p14="http://schemas.microsoft.com/office/powerpoint/2010/main" val="118255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E9040F-0712-4C71-80DC-6036DA113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14D84D8-6A46-4B64-83CD-29FDD3986B1B}"/>
              </a:ext>
            </a:extLst>
          </p:cNvPr>
          <p:cNvSpPr txBox="1"/>
          <p:nvPr/>
        </p:nvSpPr>
        <p:spPr>
          <a:xfrm>
            <a:off x="838200" y="1690690"/>
            <a:ext cx="754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Phase 1: We charge $5-$10 per teacher per month, depending on school size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Phase 2: We charge app partners 10% commission fee to integrate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Phase 3: We sell data analytics and insights to schools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FB5A8B5-A28E-47DD-828F-F1CC03472437}"/>
              </a:ext>
            </a:extLst>
          </p:cNvPr>
          <p:cNvSpPr txBox="1"/>
          <p:nvPr/>
        </p:nvSpPr>
        <p:spPr>
          <a:xfrm>
            <a:off x="4957660" y="2991086"/>
            <a:ext cx="1923219" cy="762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Phase 1 </a:t>
            </a:r>
          </a:p>
          <a:p>
            <a:pPr algn="ctr">
              <a:lnSpc>
                <a:spcPct val="800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(Teacher Revenue)</a:t>
            </a:r>
            <a:endParaRPr 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AA5BB9D4-3F5A-4810-ABC0-DBA748783989}"/>
              </a:ext>
            </a:extLst>
          </p:cNvPr>
          <p:cNvSpPr>
            <a:spLocks noChangeAspect="1"/>
          </p:cNvSpPr>
          <p:nvPr/>
        </p:nvSpPr>
        <p:spPr>
          <a:xfrm>
            <a:off x="1317023" y="3956430"/>
            <a:ext cx="1280160" cy="128016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/>
              <a:t>150,000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E32482E-1F37-41FA-A148-06D63C383AE0}"/>
              </a:ext>
            </a:extLst>
          </p:cNvPr>
          <p:cNvSpPr txBox="1"/>
          <p:nvPr/>
        </p:nvSpPr>
        <p:spPr>
          <a:xfrm>
            <a:off x="1027786" y="5426317"/>
            <a:ext cx="1912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Early Adopter Teachers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Target Market Share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8A23A1C-AD3A-4944-89D7-C845A4270E2B}"/>
              </a:ext>
            </a:extLst>
          </p:cNvPr>
          <p:cNvSpPr txBox="1"/>
          <p:nvPr/>
        </p:nvSpPr>
        <p:spPr>
          <a:xfrm>
            <a:off x="5275762" y="4243982"/>
            <a:ext cx="120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$63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22DB9D1-3C02-4E3E-990A-1CEC08D8C4B9}"/>
              </a:ext>
            </a:extLst>
          </p:cNvPr>
          <p:cNvSpPr txBox="1"/>
          <p:nvPr/>
        </p:nvSpPr>
        <p:spPr>
          <a:xfrm>
            <a:off x="4958738" y="5426317"/>
            <a:ext cx="2111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Annual Revenue/Teacher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$7/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mo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for 9 month school year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7C986C9-7920-43EE-B732-F167412DDEBE}"/>
              </a:ext>
            </a:extLst>
          </p:cNvPr>
          <p:cNvSpPr txBox="1"/>
          <p:nvPr/>
        </p:nvSpPr>
        <p:spPr>
          <a:xfrm>
            <a:off x="9156189" y="4243982"/>
            <a:ext cx="1563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$9.5M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C4051D0-79BE-48CB-8270-13B7D23B264C}"/>
              </a:ext>
            </a:extLst>
          </p:cNvPr>
          <p:cNvSpPr txBox="1"/>
          <p:nvPr/>
        </p:nvSpPr>
        <p:spPr>
          <a:xfrm>
            <a:off x="8924852" y="5426316"/>
            <a:ext cx="2025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Recurring Annual Revenue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For Early Adopter Teachers (10% of Serviceable Market)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97284F18-0ACE-4187-B6AD-8DD1CF5B89D7}"/>
              </a:ext>
            </a:extLst>
          </p:cNvPr>
          <p:cNvCxnSpPr>
            <a:cxnSpLocks/>
          </p:cNvCxnSpPr>
          <p:nvPr/>
        </p:nvCxnSpPr>
        <p:spPr>
          <a:xfrm>
            <a:off x="3000416" y="4596510"/>
            <a:ext cx="1872112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E2CEE5AB-0006-4345-9EE3-2AD13580F222}"/>
              </a:ext>
            </a:extLst>
          </p:cNvPr>
          <p:cNvCxnSpPr>
            <a:cxnSpLocks/>
          </p:cNvCxnSpPr>
          <p:nvPr/>
        </p:nvCxnSpPr>
        <p:spPr>
          <a:xfrm>
            <a:off x="6880844" y="4596510"/>
            <a:ext cx="1872112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21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9071F351-664B-46DF-A863-0796A4D94A52}"/>
              </a:ext>
            </a:extLst>
          </p:cNvPr>
          <p:cNvCxnSpPr>
            <a:cxnSpLocks/>
          </p:cNvCxnSpPr>
          <p:nvPr/>
        </p:nvCxnSpPr>
        <p:spPr>
          <a:xfrm>
            <a:off x="4342829" y="1802927"/>
            <a:ext cx="0" cy="3260785"/>
          </a:xfrm>
          <a:prstGeom prst="straightConnector1">
            <a:avLst/>
          </a:prstGeom>
          <a:ln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3A9FA965-1E7B-457B-B453-5D42D7044522}"/>
              </a:ext>
            </a:extLst>
          </p:cNvPr>
          <p:cNvCxnSpPr>
            <a:cxnSpLocks/>
          </p:cNvCxnSpPr>
          <p:nvPr/>
        </p:nvCxnSpPr>
        <p:spPr>
          <a:xfrm flipH="1">
            <a:off x="989816" y="3446267"/>
            <a:ext cx="6683603" cy="0"/>
          </a:xfrm>
          <a:prstGeom prst="straightConnector1">
            <a:avLst/>
          </a:prstGeom>
          <a:ln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D62D751-B33B-4A4B-A2D7-29A7A27D3983}"/>
              </a:ext>
            </a:extLst>
          </p:cNvPr>
          <p:cNvSpPr txBox="1"/>
          <p:nvPr/>
        </p:nvSpPr>
        <p:spPr>
          <a:xfrm>
            <a:off x="3910339" y="1473603"/>
            <a:ext cx="864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Affordable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67A4F1D-590E-4EFB-ACEA-3A8C2FFD9F4D}"/>
              </a:ext>
            </a:extLst>
          </p:cNvPr>
          <p:cNvSpPr txBox="1"/>
          <p:nvPr/>
        </p:nvSpPr>
        <p:spPr>
          <a:xfrm>
            <a:off x="3932204" y="5097551"/>
            <a:ext cx="821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Expensive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6C596B6-33A0-4DED-B7B5-ECEFC7BD8815}"/>
              </a:ext>
            </a:extLst>
          </p:cNvPr>
          <p:cNvSpPr txBox="1"/>
          <p:nvPr/>
        </p:nvSpPr>
        <p:spPr>
          <a:xfrm>
            <a:off x="6262840" y="3206817"/>
            <a:ext cx="1410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Addresses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DEDD490-6ED6-48B2-AA79-729E84C09B9D}"/>
              </a:ext>
            </a:extLst>
          </p:cNvPr>
          <p:cNvSpPr txBox="1"/>
          <p:nvPr/>
        </p:nvSpPr>
        <p:spPr>
          <a:xfrm>
            <a:off x="1051904" y="3206817"/>
            <a:ext cx="1369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Lacks Key Features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A059781A-2832-47D5-AD06-5E5652B69D9C}"/>
              </a:ext>
            </a:extLst>
          </p:cNvPr>
          <p:cNvGrpSpPr/>
          <p:nvPr/>
        </p:nvGrpSpPr>
        <p:grpSpPr>
          <a:xfrm>
            <a:off x="3083975" y="4082527"/>
            <a:ext cx="504285" cy="765895"/>
            <a:chOff x="1687775" y="4611176"/>
            <a:chExt cx="504285" cy="76589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436BD0F-046C-43C5-962C-2A0B9B437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7775" y="4611176"/>
              <a:ext cx="504285" cy="50428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C5437466-4206-4310-B48C-92BC637C20B9}"/>
                </a:ext>
              </a:extLst>
            </p:cNvPr>
            <p:cNvSpPr txBox="1"/>
            <p:nvPr/>
          </p:nvSpPr>
          <p:spPr>
            <a:xfrm>
              <a:off x="1698505" y="5115461"/>
              <a:ext cx="4828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 err="1"/>
                <a:t>FlipD</a:t>
              </a:r>
              <a:endParaRPr lang="en-US" sz="1100" b="1" dirty="0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56B57C93-D4ED-4CCD-A12E-9E060368C2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5" t="27590" r="16952" b="35925"/>
          <a:stretch/>
        </p:blipFill>
        <p:spPr>
          <a:xfrm>
            <a:off x="1272108" y="1720404"/>
            <a:ext cx="1069601" cy="3484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3D130DAC-9D65-42BA-B854-99583DA2CB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606" y="3142444"/>
            <a:ext cx="872345" cy="2220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C85FD9B5-F806-487E-91BF-5FDD65122A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149" y="2719807"/>
            <a:ext cx="968498" cy="32807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EF94F695-1A56-43DD-B10F-E2BE15F2FAF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2" t="16305" r="15143" b="19445"/>
          <a:stretch/>
        </p:blipFill>
        <p:spPr>
          <a:xfrm>
            <a:off x="4494844" y="4085950"/>
            <a:ext cx="879894" cy="3990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5A56803E-587F-4AC8-8B55-89C80DE636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177" y="2369980"/>
            <a:ext cx="1616659" cy="27123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xmlns="" id="{A4F60CB2-DAE7-4B1E-B151-80934939C33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77" b="34337"/>
          <a:stretch/>
        </p:blipFill>
        <p:spPr>
          <a:xfrm>
            <a:off x="2054493" y="2962635"/>
            <a:ext cx="1317686" cy="32133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C0FA4079-559C-4F99-AED4-965ACC8DFD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0559" y="2312053"/>
            <a:ext cx="968191" cy="39588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604513D3-C388-4166-925E-27799B63C4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87885" y="3552152"/>
            <a:ext cx="1242003" cy="399055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xmlns="" id="{B1EA85C4-D325-4F0B-BD53-2663DDD8A4C1}"/>
              </a:ext>
            </a:extLst>
          </p:cNvPr>
          <p:cNvSpPr/>
          <p:nvPr/>
        </p:nvSpPr>
        <p:spPr>
          <a:xfrm>
            <a:off x="8920216" y="1475039"/>
            <a:ext cx="2113459" cy="67972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Present Differentiators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7E64D49E-7878-401E-B4DC-52AD589BA554}"/>
              </a:ext>
            </a:extLst>
          </p:cNvPr>
          <p:cNvSpPr txBox="1"/>
          <p:nvPr/>
        </p:nvSpPr>
        <p:spPr>
          <a:xfrm>
            <a:off x="8365244" y="2354777"/>
            <a:ext cx="322340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i="1" dirty="0"/>
              <a:t>Eliminates distractions from native iOS apps (messaging and safari)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Affordable for low-income districts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Works on student owned devices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Designed for teachers, not IT administrators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Provides classroom engagement tools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xmlns="" id="{3ED92F83-8ABB-4D3E-92E4-D5A2BF6516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5126" y="4493449"/>
            <a:ext cx="1227604" cy="45227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981BF480-3884-4740-9778-A6FCEE2A13F9}"/>
              </a:ext>
            </a:extLst>
          </p:cNvPr>
          <p:cNvSpPr/>
          <p:nvPr/>
        </p:nvSpPr>
        <p:spPr>
          <a:xfrm>
            <a:off x="1051903" y="5676257"/>
            <a:ext cx="10118859" cy="861172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No competitor offers a comprehensive classroom management solution for </a:t>
            </a:r>
            <a:r>
              <a:rPr lang="en-US" sz="2400" b="1" i="1" dirty="0">
                <a:solidFill>
                  <a:srgbClr val="002060"/>
                </a:solidFill>
              </a:rPr>
              <a:t>students’ personal phones</a:t>
            </a:r>
          </a:p>
        </p:txBody>
      </p:sp>
      <p:pic>
        <p:nvPicPr>
          <p:cNvPr id="1026" name="Picture 2" descr="Image result for yondr logo">
            <a:extLst>
              <a:ext uri="{FF2B5EF4-FFF2-40B4-BE49-F238E27FC236}">
                <a16:creationId xmlns:a16="http://schemas.microsoft.com/office/drawing/2014/main" xmlns="" id="{CD3AD296-1993-45BA-AC0F-36637C44E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070" y="3599469"/>
            <a:ext cx="578308" cy="578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itle 20">
            <a:extLst>
              <a:ext uri="{FF2B5EF4-FFF2-40B4-BE49-F238E27FC236}">
                <a16:creationId xmlns:a16="http://schemas.microsoft.com/office/drawing/2014/main" xmlns="" id="{E962E009-971C-478A-BC08-4E2635BBA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xmlns="" id="{271560B3-C62B-4E8D-9725-577E1D1F15E9}"/>
              </a:ext>
            </a:extLst>
          </p:cNvPr>
          <p:cNvSpPr/>
          <p:nvPr/>
        </p:nvSpPr>
        <p:spPr>
          <a:xfrm>
            <a:off x="6672730" y="1949823"/>
            <a:ext cx="930073" cy="3484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Present</a:t>
            </a:r>
          </a:p>
        </p:txBody>
      </p:sp>
    </p:spTree>
    <p:extLst>
      <p:ext uri="{BB962C8B-B14F-4D97-AF65-F5344CB8AC3E}">
        <p14:creationId xmlns:p14="http://schemas.microsoft.com/office/powerpoint/2010/main" val="2147359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2468</TotalTime>
  <Words>453</Words>
  <Application>Microsoft Macintosh PowerPoint</Application>
  <PresentationFormat>Custom</PresentationFormat>
  <Paragraphs>84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Present</vt:lpstr>
      <vt:lpstr>Today’s Classroom</vt:lpstr>
      <vt:lpstr>Our Mission</vt:lpstr>
      <vt:lpstr>Our Solution</vt:lpstr>
      <vt:lpstr>How It Works</vt:lpstr>
      <vt:lpstr>Market Size</vt:lpstr>
      <vt:lpstr>Business Model</vt:lpstr>
      <vt:lpstr>Competition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 Coon</dc:creator>
  <cp:lastModifiedBy>Eli Coon</cp:lastModifiedBy>
  <cp:revision>290</cp:revision>
  <dcterms:created xsi:type="dcterms:W3CDTF">2018-01-28T04:38:10Z</dcterms:created>
  <dcterms:modified xsi:type="dcterms:W3CDTF">2018-04-16T19:41:01Z</dcterms:modified>
</cp:coreProperties>
</file>